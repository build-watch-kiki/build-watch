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4"/>
    <p:sldMasterId id="214748369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736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1141">
          <p15:clr>
            <a:srgbClr val="A4A3A4"/>
          </p15:clr>
        </p15:guide>
        <p15:guide id="7" pos="61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7"/>
        <p:guide pos="3591"/>
        <p:guide pos="7366"/>
        <p:guide pos="4112"/>
        <p:guide pos="393"/>
        <p:guide pos="1141" orient="horz"/>
        <p:guide pos="6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1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h2eb81877d42fedff_1_3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h2eb81877d42fedff_1_3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h2eb81877d42fedff_1_3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h2eb81877d42fedff_1_3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h2eb81877d42fedff_1_3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h2eb81877d42fedff_1_3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h2eb81877d42fedff_1_3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h2eb81877d42fedff_1_4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h2eb81877d42fedff_1_4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h2eb81877d42fedff_1_4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h2eb81877d42fedff_1_4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h2eb81877d42fedff_1_4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h2eb81877d42fedff_1_4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h2eb81877d42fedff_1_4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h2eb81877d42fedff_1_4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h2eb81877d42fedff_1_4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h2eb81877d42fedff_1_4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h2eb81877d42fedff_1_4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h2eb81877d42fedff_1_5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h2eb81877d42fedff_1_5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h2eb81877d42fedff_1_5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h2eb81877d42fedff_1_5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h2eb81877d42fedff_1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h2eb81877d42fedff_1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h2eb81877d42fedff_15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>
            <p:ph idx="2" type="pic"/>
          </p:nvPr>
        </p:nvSpPr>
        <p:spPr>
          <a:xfrm>
            <a:off x="6792000" y="395288"/>
            <a:ext cx="5400000" cy="54000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/>
          <p:nvPr>
            <p:ph idx="3" type="pic"/>
          </p:nvPr>
        </p:nvSpPr>
        <p:spPr>
          <a:xfrm>
            <a:off x="802640" y="2911980"/>
            <a:ext cx="3386773" cy="1082589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2"/>
          <p:cNvSpPr txBox="1"/>
          <p:nvPr>
            <p:ph idx="1" type="body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 заголовком">
  <p:cSld name="Пустой с заголовком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манда">
  <p:cSld name="Команда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2" type="body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3" type="body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4" type="body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5" type="body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Описание команды">
  <p:cSld name="1_Описание команды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>
            <p:ph idx="2" type="pic"/>
          </p:nvPr>
        </p:nvSpPr>
        <p:spPr>
          <a:xfrm>
            <a:off x="6894095" y="1044081"/>
            <a:ext cx="4962943" cy="2221824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держание_1">
  <p:cSld name="Содержание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1873541" y="1222713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1873544" y="1790324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3" type="body"/>
          </p:nvPr>
        </p:nvSpPr>
        <p:spPr>
          <a:xfrm>
            <a:off x="1854185" y="2826697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4" type="body"/>
          </p:nvPr>
        </p:nvSpPr>
        <p:spPr>
          <a:xfrm>
            <a:off x="1854185" y="3374436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5" type="body"/>
          </p:nvPr>
        </p:nvSpPr>
        <p:spPr>
          <a:xfrm>
            <a:off x="1854185" y="4410809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6" type="body"/>
          </p:nvPr>
        </p:nvSpPr>
        <p:spPr>
          <a:xfrm>
            <a:off x="1854185" y="495854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7" type="body"/>
          </p:nvPr>
        </p:nvSpPr>
        <p:spPr>
          <a:xfrm>
            <a:off x="7546648" y="1222713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8" type="body"/>
          </p:nvPr>
        </p:nvSpPr>
        <p:spPr>
          <a:xfrm>
            <a:off x="7546651" y="1790324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9" type="body"/>
          </p:nvPr>
        </p:nvSpPr>
        <p:spPr>
          <a:xfrm>
            <a:off x="7527292" y="2826697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3" type="body"/>
          </p:nvPr>
        </p:nvSpPr>
        <p:spPr>
          <a:xfrm>
            <a:off x="7527292" y="3374436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4" type="body"/>
          </p:nvPr>
        </p:nvSpPr>
        <p:spPr>
          <a:xfrm>
            <a:off x="7527292" y="4410809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5" type="body"/>
          </p:nvPr>
        </p:nvSpPr>
        <p:spPr>
          <a:xfrm>
            <a:off x="7527292" y="495854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6" type="body"/>
          </p:nvPr>
        </p:nvSpPr>
        <p:spPr>
          <a:xfrm>
            <a:off x="778493" y="1187988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7" type="body"/>
          </p:nvPr>
        </p:nvSpPr>
        <p:spPr>
          <a:xfrm>
            <a:off x="759137" y="2791972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8" type="body"/>
          </p:nvPr>
        </p:nvSpPr>
        <p:spPr>
          <a:xfrm>
            <a:off x="759137" y="4376084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9" type="body"/>
          </p:nvPr>
        </p:nvSpPr>
        <p:spPr>
          <a:xfrm>
            <a:off x="6451600" y="1187988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20" type="body"/>
          </p:nvPr>
        </p:nvSpPr>
        <p:spPr>
          <a:xfrm>
            <a:off x="6432244" y="2791972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21" type="body"/>
          </p:nvPr>
        </p:nvSpPr>
        <p:spPr>
          <a:xfrm>
            <a:off x="6432244" y="4376084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idx="1" type="body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Char char="•"/>
              <a:defRPr>
                <a:solidFill>
                  <a:srgbClr val="F2F2F2"/>
                </a:solidFill>
              </a:defRPr>
            </a:lvl1pPr>
            <a:lvl2pPr indent="-309309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Char char="•"/>
              <a:defRPr>
                <a:solidFill>
                  <a:srgbClr val="F2F2F2"/>
                </a:solidFill>
              </a:defRPr>
            </a:lvl2pPr>
            <a:lvl3pPr indent="-29191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Char char="•"/>
              <a:defRPr>
                <a:solidFill>
                  <a:srgbClr val="F2F2F2"/>
                </a:solidFill>
              </a:defRPr>
            </a:lvl3pPr>
            <a:lvl4pPr indent="-286195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4pPr>
            <a:lvl5pPr indent="-286195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5" name="Google Shape;65;p7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и">
  <p:cSld name="Фотографии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/>
          <p:nvPr>
            <p:ph idx="2" type="pic"/>
          </p:nvPr>
        </p:nvSpPr>
        <p:spPr>
          <a:xfrm>
            <a:off x="7440147" y="1016001"/>
            <a:ext cx="4405777" cy="307847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8"/>
          <p:cNvSpPr/>
          <p:nvPr>
            <p:ph idx="3" type="pic"/>
          </p:nvPr>
        </p:nvSpPr>
        <p:spPr>
          <a:xfrm>
            <a:off x="7440149" y="4389108"/>
            <a:ext cx="4405775" cy="1811668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8"/>
          <p:cNvSpPr/>
          <p:nvPr>
            <p:ph idx="4" type="pic"/>
          </p:nvPr>
        </p:nvSpPr>
        <p:spPr>
          <a:xfrm>
            <a:off x="346075" y="3223948"/>
            <a:ext cx="6806142" cy="2976827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8"/>
          <p:cNvSpPr txBox="1"/>
          <p:nvPr>
            <p:ph idx="1" type="body"/>
          </p:nvPr>
        </p:nvSpPr>
        <p:spPr>
          <a:xfrm>
            <a:off x="346075" y="1016001"/>
            <a:ext cx="6806142" cy="2029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" type="body"/>
          </p:nvPr>
        </p:nvSpPr>
        <p:spPr>
          <a:xfrm>
            <a:off x="1994303" y="2973742"/>
            <a:ext cx="2190810" cy="910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6662924" y="1588128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6662924" y="2445138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662924" y="3302147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5" type="body"/>
          </p:nvPr>
        </p:nvSpPr>
        <p:spPr>
          <a:xfrm>
            <a:off x="6662924" y="4159156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6" type="body"/>
          </p:nvPr>
        </p:nvSpPr>
        <p:spPr>
          <a:xfrm>
            <a:off x="6662924" y="5016166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тистика">
  <p:cSld name="Статистика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9" name="Google Shape;89;p10"/>
          <p:cNvSpPr txBox="1"/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/>
          <p:nvPr>
            <p:ph idx="1" type="body"/>
          </p:nvPr>
        </p:nvSpPr>
        <p:spPr>
          <a:xfrm>
            <a:off x="6683077" y="1026867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2" type="body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0"/>
          <p:cNvSpPr/>
          <p:nvPr>
            <p:ph idx="3" type="body"/>
          </p:nvPr>
        </p:nvSpPr>
        <p:spPr>
          <a:xfrm>
            <a:off x="6683077" y="2807582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4" type="body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0"/>
          <p:cNvSpPr/>
          <p:nvPr>
            <p:ph idx="5" type="body"/>
          </p:nvPr>
        </p:nvSpPr>
        <p:spPr>
          <a:xfrm>
            <a:off x="6683077" y="4584029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0"/>
          <p:cNvSpPr txBox="1"/>
          <p:nvPr>
            <p:ph idx="6" type="body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татистика">
  <p:cSld name="2_Статистика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0" name="Google Shape;100;p11"/>
          <p:cNvSpPr txBox="1"/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/>
          <p:nvPr>
            <p:ph idx="1" type="body"/>
          </p:nvPr>
        </p:nvSpPr>
        <p:spPr>
          <a:xfrm>
            <a:off x="6683077" y="1016000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1"/>
          <p:cNvSpPr txBox="1"/>
          <p:nvPr>
            <p:ph idx="2" type="body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1"/>
          <p:cNvSpPr/>
          <p:nvPr>
            <p:ph idx="3" type="body"/>
          </p:nvPr>
        </p:nvSpPr>
        <p:spPr>
          <a:xfrm>
            <a:off x="6683077" y="2284561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AD28EF"/>
              </a:buClr>
              <a:buSzPts val="1800"/>
              <a:buChar char="•"/>
              <a:defRPr b="1" sz="1800">
                <a:solidFill>
                  <a:srgbClr val="AD28E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1"/>
          <p:cNvSpPr txBox="1"/>
          <p:nvPr>
            <p:ph idx="4" type="body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1"/>
          <p:cNvSpPr/>
          <p:nvPr>
            <p:ph idx="5" type="body"/>
          </p:nvPr>
        </p:nvSpPr>
        <p:spPr>
          <a:xfrm>
            <a:off x="6683077" y="3553122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1"/>
          <p:cNvSpPr txBox="1"/>
          <p:nvPr>
            <p:ph idx="6" type="body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1"/>
          <p:cNvSpPr/>
          <p:nvPr>
            <p:ph idx="7" type="body"/>
          </p:nvPr>
        </p:nvSpPr>
        <p:spPr>
          <a:xfrm>
            <a:off x="6683077" y="4821684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1"/>
          <p:cNvSpPr txBox="1"/>
          <p:nvPr>
            <p:ph idx="8" type="body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татистика">
  <p:cSld name="1_Статистика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2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3" name="Google Shape;113;p12"/>
          <p:cNvSpPr txBox="1"/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2"/>
          <p:cNvSpPr/>
          <p:nvPr>
            <p:ph idx="1" type="body"/>
          </p:nvPr>
        </p:nvSpPr>
        <p:spPr>
          <a:xfrm>
            <a:off x="6683077" y="1016000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2"/>
          <p:cNvSpPr txBox="1"/>
          <p:nvPr>
            <p:ph idx="2" type="body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2"/>
          <p:cNvSpPr/>
          <p:nvPr>
            <p:ph idx="3" type="body"/>
          </p:nvPr>
        </p:nvSpPr>
        <p:spPr>
          <a:xfrm>
            <a:off x="6683077" y="2284561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AD28EF"/>
              </a:buClr>
              <a:buSzPts val="1800"/>
              <a:buChar char="•"/>
              <a:defRPr b="1" sz="1800">
                <a:solidFill>
                  <a:srgbClr val="AD28E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2"/>
          <p:cNvSpPr txBox="1"/>
          <p:nvPr>
            <p:ph idx="4" type="body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2"/>
          <p:cNvSpPr/>
          <p:nvPr>
            <p:ph idx="5" type="body"/>
          </p:nvPr>
        </p:nvSpPr>
        <p:spPr>
          <a:xfrm>
            <a:off x="6683077" y="3553122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6" type="body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12"/>
          <p:cNvSpPr/>
          <p:nvPr>
            <p:ph idx="7" type="body"/>
          </p:nvPr>
        </p:nvSpPr>
        <p:spPr>
          <a:xfrm>
            <a:off x="6683077" y="4821684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2"/>
          <p:cNvSpPr txBox="1"/>
          <p:nvPr>
            <p:ph idx="8" type="body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облема и решение">
  <p:cSld name="Проблема и решение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6" name="Google Shape;126;p13"/>
          <p:cNvSpPr txBox="1"/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1" type="body"/>
          </p:nvPr>
        </p:nvSpPr>
        <p:spPr>
          <a:xfrm>
            <a:off x="517027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3"/>
          <p:cNvSpPr/>
          <p:nvPr>
            <p:ph idx="2" type="body"/>
          </p:nvPr>
        </p:nvSpPr>
        <p:spPr>
          <a:xfrm>
            <a:off x="4464542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13"/>
          <p:cNvSpPr/>
          <p:nvPr>
            <p:ph idx="3" type="body"/>
          </p:nvPr>
        </p:nvSpPr>
        <p:spPr>
          <a:xfrm>
            <a:off x="8385481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3"/>
          <p:cNvSpPr/>
          <p:nvPr>
            <p:ph idx="4" type="body"/>
          </p:nvPr>
        </p:nvSpPr>
        <p:spPr>
          <a:xfrm>
            <a:off x="517027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13"/>
          <p:cNvSpPr/>
          <p:nvPr>
            <p:ph idx="5" type="body"/>
          </p:nvPr>
        </p:nvSpPr>
        <p:spPr>
          <a:xfrm>
            <a:off x="4464542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13"/>
          <p:cNvSpPr/>
          <p:nvPr>
            <p:ph idx="6" type="body"/>
          </p:nvPr>
        </p:nvSpPr>
        <p:spPr>
          <a:xfrm>
            <a:off x="8385481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дии">
  <p:cSld name="Стадии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4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7" name="Google Shape;137;p14"/>
          <p:cNvSpPr/>
          <p:nvPr>
            <p:ph idx="1" type="body"/>
          </p:nvPr>
        </p:nvSpPr>
        <p:spPr>
          <a:xfrm>
            <a:off x="346075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14"/>
          <p:cNvSpPr txBox="1"/>
          <p:nvPr>
            <p:ph idx="2" type="body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14"/>
          <p:cNvSpPr/>
          <p:nvPr>
            <p:ph idx="3" type="body"/>
          </p:nvPr>
        </p:nvSpPr>
        <p:spPr>
          <a:xfrm>
            <a:off x="4832960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4"/>
          <p:cNvSpPr txBox="1"/>
          <p:nvPr>
            <p:ph idx="4" type="body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14"/>
          <p:cNvSpPr/>
          <p:nvPr>
            <p:ph idx="5" type="body"/>
          </p:nvPr>
        </p:nvSpPr>
        <p:spPr>
          <a:xfrm>
            <a:off x="9330862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idx="6" type="body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14"/>
          <p:cNvSpPr/>
          <p:nvPr>
            <p:ph idx="7" type="body"/>
          </p:nvPr>
        </p:nvSpPr>
        <p:spPr>
          <a:xfrm>
            <a:off x="2593517" y="4358152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14"/>
          <p:cNvSpPr txBox="1"/>
          <p:nvPr>
            <p:ph idx="8" type="body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4"/>
          <p:cNvSpPr/>
          <p:nvPr>
            <p:ph idx="9" type="body"/>
          </p:nvPr>
        </p:nvSpPr>
        <p:spPr>
          <a:xfrm>
            <a:off x="7080402" y="4358152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14"/>
          <p:cNvSpPr txBox="1"/>
          <p:nvPr>
            <p:ph idx="13" type="body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емо_1">
  <p:cSld name="Демо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/>
          <p:nvPr>
            <p:ph idx="2" type="pic"/>
          </p:nvPr>
        </p:nvSpPr>
        <p:spPr>
          <a:xfrm>
            <a:off x="4162940" y="1264478"/>
            <a:ext cx="3866121" cy="2436377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15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5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3" name="Google Shape;153;p15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1" type="body"/>
          </p:nvPr>
        </p:nvSpPr>
        <p:spPr>
          <a:xfrm>
            <a:off x="346075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3" type="body"/>
          </p:nvPr>
        </p:nvSpPr>
        <p:spPr>
          <a:xfrm>
            <a:off x="4240502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15"/>
          <p:cNvSpPr txBox="1"/>
          <p:nvPr>
            <p:ph idx="4" type="body"/>
          </p:nvPr>
        </p:nvSpPr>
        <p:spPr>
          <a:xfrm>
            <a:off x="8230203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Демо_1">
  <p:cSld name="1_Демо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6"/>
          <p:cNvSpPr txBox="1"/>
          <p:nvPr>
            <p:ph idx="1" type="body"/>
          </p:nvPr>
        </p:nvSpPr>
        <p:spPr>
          <a:xfrm>
            <a:off x="1210643" y="4324451"/>
            <a:ext cx="4121687" cy="161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16"/>
          <p:cNvSpPr txBox="1"/>
          <p:nvPr>
            <p:ph idx="2" type="body"/>
          </p:nvPr>
        </p:nvSpPr>
        <p:spPr>
          <a:xfrm>
            <a:off x="6857950" y="4324451"/>
            <a:ext cx="4121687" cy="161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16"/>
          <p:cNvSpPr/>
          <p:nvPr>
            <p:ph idx="3" type="pic"/>
          </p:nvPr>
        </p:nvSpPr>
        <p:spPr>
          <a:xfrm>
            <a:off x="1210642" y="1577998"/>
            <a:ext cx="4121688" cy="2283975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16"/>
          <p:cNvSpPr/>
          <p:nvPr>
            <p:ph idx="4" type="pic"/>
          </p:nvPr>
        </p:nvSpPr>
        <p:spPr>
          <a:xfrm>
            <a:off x="6855540" y="1577998"/>
            <a:ext cx="4121688" cy="22839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Демо_1">
  <p:cSld name="2_Демо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/>
          <p:nvPr>
            <p:ph idx="2" type="pic"/>
          </p:nvPr>
        </p:nvSpPr>
        <p:spPr>
          <a:xfrm>
            <a:off x="5009872" y="1235915"/>
            <a:ext cx="2172255" cy="4602697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68" name="Google Shape;168;p17"/>
          <p:cNvSpPr/>
          <p:nvPr>
            <p:ph idx="1" type="body"/>
          </p:nvPr>
        </p:nvSpPr>
        <p:spPr>
          <a:xfrm>
            <a:off x="356349" y="1641283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17"/>
          <p:cNvSpPr txBox="1"/>
          <p:nvPr>
            <p:ph idx="3" type="body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17"/>
          <p:cNvSpPr/>
          <p:nvPr>
            <p:ph idx="4" type="body"/>
          </p:nvPr>
        </p:nvSpPr>
        <p:spPr>
          <a:xfrm>
            <a:off x="8040021" y="1641283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E4B4FB"/>
              </a:buClr>
              <a:buSzPts val="1800"/>
              <a:buChar char="•"/>
              <a:defRPr b="1" sz="1800">
                <a:solidFill>
                  <a:srgbClr val="E4B4F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17"/>
          <p:cNvSpPr txBox="1"/>
          <p:nvPr>
            <p:ph idx="5" type="body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17"/>
          <p:cNvSpPr/>
          <p:nvPr>
            <p:ph idx="6" type="body"/>
          </p:nvPr>
        </p:nvSpPr>
        <p:spPr>
          <a:xfrm>
            <a:off x="356349" y="3864598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17"/>
          <p:cNvSpPr txBox="1"/>
          <p:nvPr>
            <p:ph idx="7" type="body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17"/>
          <p:cNvSpPr/>
          <p:nvPr>
            <p:ph idx="8" type="body"/>
          </p:nvPr>
        </p:nvSpPr>
        <p:spPr>
          <a:xfrm>
            <a:off x="8040021" y="3864598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9" type="body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76" name="Google Shape;176;p17"/>
          <p:cNvCxnSpPr/>
          <p:nvPr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17"/>
          <p:cNvCxnSpPr/>
          <p:nvPr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17"/>
          <p:cNvCxnSpPr/>
          <p:nvPr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cap="flat" cmpd="sng" w="25400">
            <a:solidFill>
              <a:srgbClr val="E4B4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17"/>
          <p:cNvCxnSpPr/>
          <p:nvPr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17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Демо_1">
  <p:cSld name="3_Демо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/>
          <p:nvPr>
            <p:ph idx="2" type="pic"/>
          </p:nvPr>
        </p:nvSpPr>
        <p:spPr>
          <a:xfrm>
            <a:off x="1001460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86" name="Google Shape;186;p18"/>
          <p:cNvSpPr/>
          <p:nvPr>
            <p:ph idx="3" type="pic"/>
          </p:nvPr>
        </p:nvSpPr>
        <p:spPr>
          <a:xfrm>
            <a:off x="3831097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87" name="Google Shape;187;p18"/>
          <p:cNvSpPr/>
          <p:nvPr>
            <p:ph idx="4" type="pic"/>
          </p:nvPr>
        </p:nvSpPr>
        <p:spPr>
          <a:xfrm>
            <a:off x="6660734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88" name="Google Shape;188;p18"/>
          <p:cNvSpPr/>
          <p:nvPr>
            <p:ph idx="5" type="pic"/>
          </p:nvPr>
        </p:nvSpPr>
        <p:spPr>
          <a:xfrm>
            <a:off x="9490368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89" name="Google Shape;189;p1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1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2" name="Google Shape;192;p18"/>
          <p:cNvSpPr txBox="1"/>
          <p:nvPr>
            <p:ph idx="1" type="body"/>
          </p:nvPr>
        </p:nvSpPr>
        <p:spPr>
          <a:xfrm>
            <a:off x="346076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18"/>
          <p:cNvSpPr txBox="1"/>
          <p:nvPr>
            <p:ph idx="6" type="body"/>
          </p:nvPr>
        </p:nvSpPr>
        <p:spPr>
          <a:xfrm>
            <a:off x="3269562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18"/>
          <p:cNvSpPr txBox="1"/>
          <p:nvPr>
            <p:ph idx="7" type="body"/>
          </p:nvPr>
        </p:nvSpPr>
        <p:spPr>
          <a:xfrm>
            <a:off x="6193048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18"/>
          <p:cNvSpPr txBox="1"/>
          <p:nvPr>
            <p:ph idx="8" type="body"/>
          </p:nvPr>
        </p:nvSpPr>
        <p:spPr>
          <a:xfrm>
            <a:off x="9116535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18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>
            <p:ph idx="1" type="body"/>
          </p:nvPr>
        </p:nvSpPr>
        <p:spPr>
          <a:xfrm>
            <a:off x="315387" y="1016001"/>
            <a:ext cx="5704418" cy="5184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2" type="body"/>
          </p:nvPr>
        </p:nvSpPr>
        <p:spPr>
          <a:xfrm>
            <a:off x="6172206" y="1016001"/>
            <a:ext cx="5670473" cy="5184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19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3" name="Google Shape;203;p19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>
  <p:cSld name="Сравнение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idx="1" type="body"/>
          </p:nvPr>
        </p:nvSpPr>
        <p:spPr>
          <a:xfrm>
            <a:off x="315386" y="1015427"/>
            <a:ext cx="56821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206" name="Google Shape;206;p20"/>
          <p:cNvSpPr txBox="1"/>
          <p:nvPr>
            <p:ph idx="2" type="body"/>
          </p:nvPr>
        </p:nvSpPr>
        <p:spPr>
          <a:xfrm>
            <a:off x="349334" y="1598615"/>
            <a:ext cx="5648250" cy="46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20"/>
          <p:cNvSpPr txBox="1"/>
          <p:nvPr>
            <p:ph idx="3" type="body"/>
          </p:nvPr>
        </p:nvSpPr>
        <p:spPr>
          <a:xfrm>
            <a:off x="6172205" y="1015427"/>
            <a:ext cx="56848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208" name="Google Shape;208;p20"/>
          <p:cNvSpPr txBox="1"/>
          <p:nvPr>
            <p:ph idx="4" type="body"/>
          </p:nvPr>
        </p:nvSpPr>
        <p:spPr>
          <a:xfrm>
            <a:off x="6172202" y="1598615"/>
            <a:ext cx="5670473" cy="46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2" name="Google Shape;212;p20"/>
          <p:cNvSpPr txBox="1"/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type="title"/>
          </p:nvPr>
        </p:nvSpPr>
        <p:spPr>
          <a:xfrm>
            <a:off x="334966" y="1015999"/>
            <a:ext cx="4437062" cy="12134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Montserrat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2"/>
          <p:cNvSpPr txBox="1"/>
          <p:nvPr>
            <p:ph idx="1" type="body"/>
          </p:nvPr>
        </p:nvSpPr>
        <p:spPr>
          <a:xfrm>
            <a:off x="5183194" y="1015999"/>
            <a:ext cx="6673847" cy="5049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1186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773"/>
              <a:buChar char="•"/>
              <a:defRPr sz="1773"/>
            </a:lvl1pPr>
            <a:lvl2pPr indent="-32512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520"/>
              <a:buChar char="•"/>
              <a:defRPr sz="1520"/>
            </a:lvl2pPr>
            <a:lvl3pPr indent="-308991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Char char="•"/>
              <a:defRPr sz="1266"/>
            </a:lvl3pPr>
            <a:lvl4pPr indent="-301054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4pPr>
            <a:lvl5pPr indent="-301054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5pPr>
            <a:lvl6pPr indent="-308991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6pPr>
            <a:lvl7pPr indent="-308991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7pPr>
            <a:lvl8pPr indent="-308991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8pPr>
            <a:lvl9pPr indent="-308991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9pPr>
          </a:lstStyle>
          <a:p/>
        </p:txBody>
      </p:sp>
      <p:sp>
        <p:nvSpPr>
          <p:cNvPr id="220" name="Google Shape;220;p22"/>
          <p:cNvSpPr txBox="1"/>
          <p:nvPr>
            <p:ph idx="2" type="body"/>
          </p:nvPr>
        </p:nvSpPr>
        <p:spPr>
          <a:xfrm>
            <a:off x="334966" y="2428239"/>
            <a:ext cx="4437062" cy="363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886"/>
              <a:buNone/>
              <a:defRPr sz="88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760"/>
              <a:buNone/>
              <a:defRPr sz="760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type="ctrTitle"/>
          </p:nvPr>
        </p:nvSpPr>
        <p:spPr>
          <a:xfrm>
            <a:off x="802640" y="3922529"/>
            <a:ext cx="5293359" cy="1654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>
  <p:cSld name="Пустой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>
            <p:ph idx="2" type="pic"/>
          </p:nvPr>
        </p:nvSpPr>
        <p:spPr>
          <a:xfrm>
            <a:off x="6792000" y="395288"/>
            <a:ext cx="5400000" cy="540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26"/>
          <p:cNvSpPr txBox="1"/>
          <p:nvPr>
            <p:ph type="ctrTitle"/>
          </p:nvPr>
        </p:nvSpPr>
        <p:spPr>
          <a:xfrm>
            <a:off x="0" y="4323440"/>
            <a:ext cx="89307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6"/>
          <p:cNvSpPr/>
          <p:nvPr>
            <p:ph idx="3" type="pic"/>
          </p:nvPr>
        </p:nvSpPr>
        <p:spPr>
          <a:xfrm>
            <a:off x="802640" y="2911980"/>
            <a:ext cx="3386700" cy="10827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6"/>
          <p:cNvSpPr txBox="1"/>
          <p:nvPr>
            <p:ph idx="1" type="body"/>
          </p:nvPr>
        </p:nvSpPr>
        <p:spPr>
          <a:xfrm>
            <a:off x="0" y="5149851"/>
            <a:ext cx="89307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 заголовком">
  <p:cSld name="Пустой с заголовком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27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7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манда">
  <p:cSld name="Команда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28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28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9" name="Google Shape;249;p28"/>
          <p:cNvSpPr txBox="1"/>
          <p:nvPr>
            <p:ph type="title"/>
          </p:nvPr>
        </p:nvSpPr>
        <p:spPr>
          <a:xfrm>
            <a:off x="346075" y="395288"/>
            <a:ext cx="112449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28"/>
          <p:cNvSpPr txBox="1"/>
          <p:nvPr>
            <p:ph idx="1" type="body"/>
          </p:nvPr>
        </p:nvSpPr>
        <p:spPr>
          <a:xfrm>
            <a:off x="806323" y="4192124"/>
            <a:ext cx="18435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28"/>
          <p:cNvSpPr txBox="1"/>
          <p:nvPr>
            <p:ph idx="2" type="body"/>
          </p:nvPr>
        </p:nvSpPr>
        <p:spPr>
          <a:xfrm>
            <a:off x="3014568" y="4192124"/>
            <a:ext cx="18435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2" name="Google Shape;252;p28"/>
          <p:cNvSpPr txBox="1"/>
          <p:nvPr>
            <p:ph idx="3" type="body"/>
          </p:nvPr>
        </p:nvSpPr>
        <p:spPr>
          <a:xfrm>
            <a:off x="5191192" y="4192124"/>
            <a:ext cx="18435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p28"/>
          <p:cNvSpPr txBox="1"/>
          <p:nvPr>
            <p:ph idx="4" type="body"/>
          </p:nvPr>
        </p:nvSpPr>
        <p:spPr>
          <a:xfrm>
            <a:off x="7366644" y="4192124"/>
            <a:ext cx="18435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p28"/>
          <p:cNvSpPr txBox="1"/>
          <p:nvPr>
            <p:ph idx="5" type="body"/>
          </p:nvPr>
        </p:nvSpPr>
        <p:spPr>
          <a:xfrm>
            <a:off x="9542096" y="4192124"/>
            <a:ext cx="18435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Описание команды">
  <p:cSld name="1_Описание команды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/>
          <p:nvPr>
            <p:ph idx="2" type="pic"/>
          </p:nvPr>
        </p:nvSpPr>
        <p:spPr>
          <a:xfrm>
            <a:off x="6894095" y="1044081"/>
            <a:ext cx="4962900" cy="22218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29"/>
          <p:cNvSpPr txBox="1"/>
          <p:nvPr>
            <p:ph type="title"/>
          </p:nvPr>
        </p:nvSpPr>
        <p:spPr>
          <a:xfrm>
            <a:off x="346075" y="395288"/>
            <a:ext cx="112449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держание_1">
  <p:cSld name="Содержание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30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62" name="Google Shape;262;p30"/>
          <p:cNvSpPr txBox="1"/>
          <p:nvPr>
            <p:ph idx="1" type="body"/>
          </p:nvPr>
        </p:nvSpPr>
        <p:spPr>
          <a:xfrm>
            <a:off x="1873541" y="1222713"/>
            <a:ext cx="38670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30"/>
          <p:cNvSpPr txBox="1"/>
          <p:nvPr>
            <p:ph idx="2" type="body"/>
          </p:nvPr>
        </p:nvSpPr>
        <p:spPr>
          <a:xfrm>
            <a:off x="1873544" y="1790324"/>
            <a:ext cx="38670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4" name="Google Shape;264;p30"/>
          <p:cNvSpPr txBox="1"/>
          <p:nvPr>
            <p:ph idx="3" type="body"/>
          </p:nvPr>
        </p:nvSpPr>
        <p:spPr>
          <a:xfrm>
            <a:off x="1854185" y="2826697"/>
            <a:ext cx="38670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5" name="Google Shape;265;p30"/>
          <p:cNvSpPr txBox="1"/>
          <p:nvPr>
            <p:ph idx="4" type="body"/>
          </p:nvPr>
        </p:nvSpPr>
        <p:spPr>
          <a:xfrm>
            <a:off x="1854185" y="3374436"/>
            <a:ext cx="38670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6" name="Google Shape;266;p30"/>
          <p:cNvSpPr txBox="1"/>
          <p:nvPr>
            <p:ph idx="5" type="body"/>
          </p:nvPr>
        </p:nvSpPr>
        <p:spPr>
          <a:xfrm>
            <a:off x="1854185" y="4410809"/>
            <a:ext cx="38670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30"/>
          <p:cNvSpPr txBox="1"/>
          <p:nvPr>
            <p:ph idx="6" type="body"/>
          </p:nvPr>
        </p:nvSpPr>
        <p:spPr>
          <a:xfrm>
            <a:off x="1854185" y="4958548"/>
            <a:ext cx="38670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30"/>
          <p:cNvSpPr txBox="1"/>
          <p:nvPr>
            <p:ph idx="7" type="body"/>
          </p:nvPr>
        </p:nvSpPr>
        <p:spPr>
          <a:xfrm>
            <a:off x="7546648" y="1222713"/>
            <a:ext cx="38670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p30"/>
          <p:cNvSpPr txBox="1"/>
          <p:nvPr>
            <p:ph idx="8" type="body"/>
          </p:nvPr>
        </p:nvSpPr>
        <p:spPr>
          <a:xfrm>
            <a:off x="7546651" y="1790324"/>
            <a:ext cx="38670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0" name="Google Shape;270;p30"/>
          <p:cNvSpPr txBox="1"/>
          <p:nvPr>
            <p:ph idx="9" type="body"/>
          </p:nvPr>
        </p:nvSpPr>
        <p:spPr>
          <a:xfrm>
            <a:off x="7527292" y="2826697"/>
            <a:ext cx="38670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1" name="Google Shape;271;p30"/>
          <p:cNvSpPr txBox="1"/>
          <p:nvPr>
            <p:ph idx="13" type="body"/>
          </p:nvPr>
        </p:nvSpPr>
        <p:spPr>
          <a:xfrm>
            <a:off x="7527292" y="3374436"/>
            <a:ext cx="38670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p30"/>
          <p:cNvSpPr txBox="1"/>
          <p:nvPr>
            <p:ph idx="14" type="body"/>
          </p:nvPr>
        </p:nvSpPr>
        <p:spPr>
          <a:xfrm>
            <a:off x="7527292" y="4410809"/>
            <a:ext cx="38670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" name="Google Shape;273;p30"/>
          <p:cNvSpPr txBox="1"/>
          <p:nvPr>
            <p:ph idx="15" type="body"/>
          </p:nvPr>
        </p:nvSpPr>
        <p:spPr>
          <a:xfrm>
            <a:off x="7527292" y="4958548"/>
            <a:ext cx="38670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4" name="Google Shape;274;p30"/>
          <p:cNvSpPr txBox="1"/>
          <p:nvPr>
            <p:ph type="title"/>
          </p:nvPr>
        </p:nvSpPr>
        <p:spPr>
          <a:xfrm>
            <a:off x="346075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30"/>
          <p:cNvSpPr txBox="1"/>
          <p:nvPr>
            <p:ph idx="16" type="body"/>
          </p:nvPr>
        </p:nvSpPr>
        <p:spPr>
          <a:xfrm>
            <a:off x="778493" y="1187988"/>
            <a:ext cx="7710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" name="Google Shape;276;p30"/>
          <p:cNvSpPr txBox="1"/>
          <p:nvPr>
            <p:ph idx="17" type="body"/>
          </p:nvPr>
        </p:nvSpPr>
        <p:spPr>
          <a:xfrm>
            <a:off x="759137" y="2791972"/>
            <a:ext cx="7710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7" name="Google Shape;277;p30"/>
          <p:cNvSpPr txBox="1"/>
          <p:nvPr>
            <p:ph idx="18" type="body"/>
          </p:nvPr>
        </p:nvSpPr>
        <p:spPr>
          <a:xfrm>
            <a:off x="759137" y="4376084"/>
            <a:ext cx="7710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8" name="Google Shape;278;p30"/>
          <p:cNvSpPr txBox="1"/>
          <p:nvPr>
            <p:ph idx="19" type="body"/>
          </p:nvPr>
        </p:nvSpPr>
        <p:spPr>
          <a:xfrm>
            <a:off x="6451600" y="1187988"/>
            <a:ext cx="7710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" name="Google Shape;279;p30"/>
          <p:cNvSpPr txBox="1"/>
          <p:nvPr>
            <p:ph idx="20" type="body"/>
          </p:nvPr>
        </p:nvSpPr>
        <p:spPr>
          <a:xfrm>
            <a:off x="6432244" y="2791972"/>
            <a:ext cx="7710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0" name="Google Shape;280;p30"/>
          <p:cNvSpPr txBox="1"/>
          <p:nvPr>
            <p:ph idx="21" type="body"/>
          </p:nvPr>
        </p:nvSpPr>
        <p:spPr>
          <a:xfrm>
            <a:off x="6432244" y="4376084"/>
            <a:ext cx="7710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"/>
          <p:cNvSpPr txBox="1"/>
          <p:nvPr>
            <p:ph idx="1" type="body"/>
          </p:nvPr>
        </p:nvSpPr>
        <p:spPr>
          <a:xfrm>
            <a:off x="315392" y="1016177"/>
            <a:ext cx="11561100" cy="5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Char char="•"/>
              <a:defRPr>
                <a:solidFill>
                  <a:srgbClr val="F2F2F2"/>
                </a:solidFill>
              </a:defRPr>
            </a:lvl1pPr>
            <a:lvl2pPr indent="-309309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Char char="•"/>
              <a:defRPr>
                <a:solidFill>
                  <a:srgbClr val="F2F2F2"/>
                </a:solidFill>
              </a:defRPr>
            </a:lvl2pPr>
            <a:lvl3pPr indent="-29191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Char char="•"/>
              <a:defRPr>
                <a:solidFill>
                  <a:srgbClr val="F2F2F2"/>
                </a:solidFill>
              </a:defRPr>
            </a:lvl3pPr>
            <a:lvl4pPr indent="-286195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4pPr>
            <a:lvl5pPr indent="-286195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" name="Google Shape;283;p31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1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31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86" name="Google Shape;286;p31"/>
          <p:cNvSpPr txBox="1"/>
          <p:nvPr>
            <p:ph type="title"/>
          </p:nvPr>
        </p:nvSpPr>
        <p:spPr>
          <a:xfrm>
            <a:off x="346075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и">
  <p:cSld name="Фотографии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2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2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1" name="Google Shape;291;p32"/>
          <p:cNvSpPr txBox="1"/>
          <p:nvPr>
            <p:ph type="title"/>
          </p:nvPr>
        </p:nvSpPr>
        <p:spPr>
          <a:xfrm>
            <a:off x="372682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2"/>
          <p:cNvSpPr/>
          <p:nvPr>
            <p:ph idx="2" type="pic"/>
          </p:nvPr>
        </p:nvSpPr>
        <p:spPr>
          <a:xfrm>
            <a:off x="7440147" y="1016001"/>
            <a:ext cx="4405800" cy="30786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32"/>
          <p:cNvSpPr/>
          <p:nvPr>
            <p:ph idx="3" type="pic"/>
          </p:nvPr>
        </p:nvSpPr>
        <p:spPr>
          <a:xfrm>
            <a:off x="7440149" y="4389108"/>
            <a:ext cx="4405800" cy="18117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32"/>
          <p:cNvSpPr/>
          <p:nvPr>
            <p:ph idx="4" type="pic"/>
          </p:nvPr>
        </p:nvSpPr>
        <p:spPr>
          <a:xfrm>
            <a:off x="346075" y="3223948"/>
            <a:ext cx="6806100" cy="29769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32"/>
          <p:cNvSpPr txBox="1"/>
          <p:nvPr>
            <p:ph idx="1" type="body"/>
          </p:nvPr>
        </p:nvSpPr>
        <p:spPr>
          <a:xfrm>
            <a:off x="346075" y="1016001"/>
            <a:ext cx="6806100" cy="20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33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3"/>
          <p:cNvSpPr txBox="1"/>
          <p:nvPr>
            <p:ph type="title"/>
          </p:nvPr>
        </p:nvSpPr>
        <p:spPr>
          <a:xfrm>
            <a:off x="361107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3"/>
          <p:cNvSpPr txBox="1"/>
          <p:nvPr>
            <p:ph idx="1" type="body"/>
          </p:nvPr>
        </p:nvSpPr>
        <p:spPr>
          <a:xfrm>
            <a:off x="1994303" y="2973742"/>
            <a:ext cx="21909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1" name="Google Shape;301;p33"/>
          <p:cNvSpPr txBox="1"/>
          <p:nvPr>
            <p:ph idx="2" type="body"/>
          </p:nvPr>
        </p:nvSpPr>
        <p:spPr>
          <a:xfrm>
            <a:off x="6662924" y="1588128"/>
            <a:ext cx="49023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2" name="Google Shape;302;p33"/>
          <p:cNvSpPr txBox="1"/>
          <p:nvPr>
            <p:ph idx="3" type="body"/>
          </p:nvPr>
        </p:nvSpPr>
        <p:spPr>
          <a:xfrm>
            <a:off x="6662924" y="2445138"/>
            <a:ext cx="49023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3" name="Google Shape;303;p33"/>
          <p:cNvSpPr txBox="1"/>
          <p:nvPr>
            <p:ph idx="4" type="body"/>
          </p:nvPr>
        </p:nvSpPr>
        <p:spPr>
          <a:xfrm>
            <a:off x="6662924" y="3302147"/>
            <a:ext cx="49023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4" name="Google Shape;304;p33"/>
          <p:cNvSpPr txBox="1"/>
          <p:nvPr>
            <p:ph idx="5" type="body"/>
          </p:nvPr>
        </p:nvSpPr>
        <p:spPr>
          <a:xfrm>
            <a:off x="6662924" y="4159156"/>
            <a:ext cx="49023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5" name="Google Shape;305;p33"/>
          <p:cNvSpPr txBox="1"/>
          <p:nvPr>
            <p:ph idx="6" type="body"/>
          </p:nvPr>
        </p:nvSpPr>
        <p:spPr>
          <a:xfrm>
            <a:off x="6662924" y="5016166"/>
            <a:ext cx="49023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тистика">
  <p:cSld name="Статистика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4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34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0" name="Google Shape;310;p34"/>
          <p:cNvSpPr txBox="1"/>
          <p:nvPr>
            <p:ph type="title"/>
          </p:nvPr>
        </p:nvSpPr>
        <p:spPr>
          <a:xfrm>
            <a:off x="361107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34"/>
          <p:cNvSpPr/>
          <p:nvPr>
            <p:ph idx="1" type="body"/>
          </p:nvPr>
        </p:nvSpPr>
        <p:spPr>
          <a:xfrm>
            <a:off x="6683077" y="1026867"/>
            <a:ext cx="4790400" cy="1615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2" name="Google Shape;312;p34"/>
          <p:cNvSpPr txBox="1"/>
          <p:nvPr>
            <p:ph idx="2" type="body"/>
          </p:nvPr>
        </p:nvSpPr>
        <p:spPr>
          <a:xfrm>
            <a:off x="6683077" y="1626932"/>
            <a:ext cx="4790400" cy="1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3" name="Google Shape;313;p34"/>
          <p:cNvSpPr/>
          <p:nvPr>
            <p:ph idx="3" type="body"/>
          </p:nvPr>
        </p:nvSpPr>
        <p:spPr>
          <a:xfrm>
            <a:off x="6683077" y="2807582"/>
            <a:ext cx="4790400" cy="1615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4" name="Google Shape;314;p34"/>
          <p:cNvSpPr txBox="1"/>
          <p:nvPr>
            <p:ph idx="4" type="body"/>
          </p:nvPr>
        </p:nvSpPr>
        <p:spPr>
          <a:xfrm>
            <a:off x="6683077" y="3407647"/>
            <a:ext cx="4790400" cy="1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5" name="Google Shape;315;p34"/>
          <p:cNvSpPr/>
          <p:nvPr>
            <p:ph idx="5" type="body"/>
          </p:nvPr>
        </p:nvSpPr>
        <p:spPr>
          <a:xfrm>
            <a:off x="6683077" y="4584029"/>
            <a:ext cx="4790400" cy="1615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6" name="Google Shape;316;p34"/>
          <p:cNvSpPr txBox="1"/>
          <p:nvPr>
            <p:ph idx="6" type="body"/>
          </p:nvPr>
        </p:nvSpPr>
        <p:spPr>
          <a:xfrm>
            <a:off x="6683077" y="5184094"/>
            <a:ext cx="4790400" cy="1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татистика">
  <p:cSld name="2_Статистика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35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35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1" name="Google Shape;321;p35"/>
          <p:cNvSpPr txBox="1"/>
          <p:nvPr>
            <p:ph type="title"/>
          </p:nvPr>
        </p:nvSpPr>
        <p:spPr>
          <a:xfrm>
            <a:off x="367721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35"/>
          <p:cNvSpPr/>
          <p:nvPr>
            <p:ph idx="1" type="body"/>
          </p:nvPr>
        </p:nvSpPr>
        <p:spPr>
          <a:xfrm>
            <a:off x="6683077" y="1016000"/>
            <a:ext cx="4790400" cy="102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3" name="Google Shape;323;p35"/>
          <p:cNvSpPr txBox="1"/>
          <p:nvPr>
            <p:ph idx="2" type="body"/>
          </p:nvPr>
        </p:nvSpPr>
        <p:spPr>
          <a:xfrm>
            <a:off x="6683077" y="1395537"/>
            <a:ext cx="47904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4" name="Google Shape;324;p35"/>
          <p:cNvSpPr/>
          <p:nvPr>
            <p:ph idx="3" type="body"/>
          </p:nvPr>
        </p:nvSpPr>
        <p:spPr>
          <a:xfrm>
            <a:off x="6683077" y="2284561"/>
            <a:ext cx="4790400" cy="102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AD28EF"/>
              </a:buClr>
              <a:buSzPts val="1800"/>
              <a:buChar char="•"/>
              <a:defRPr b="1" sz="1800">
                <a:solidFill>
                  <a:srgbClr val="AD28E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5" name="Google Shape;325;p35"/>
          <p:cNvSpPr txBox="1"/>
          <p:nvPr>
            <p:ph idx="4" type="body"/>
          </p:nvPr>
        </p:nvSpPr>
        <p:spPr>
          <a:xfrm>
            <a:off x="6683077" y="2664098"/>
            <a:ext cx="47904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6" name="Google Shape;326;p35"/>
          <p:cNvSpPr/>
          <p:nvPr>
            <p:ph idx="5" type="body"/>
          </p:nvPr>
        </p:nvSpPr>
        <p:spPr>
          <a:xfrm>
            <a:off x="6683077" y="3553122"/>
            <a:ext cx="4790400" cy="102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7" name="Google Shape;327;p35"/>
          <p:cNvSpPr txBox="1"/>
          <p:nvPr>
            <p:ph idx="6" type="body"/>
          </p:nvPr>
        </p:nvSpPr>
        <p:spPr>
          <a:xfrm>
            <a:off x="6683077" y="3932659"/>
            <a:ext cx="47904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8" name="Google Shape;328;p35"/>
          <p:cNvSpPr/>
          <p:nvPr>
            <p:ph idx="7" type="body"/>
          </p:nvPr>
        </p:nvSpPr>
        <p:spPr>
          <a:xfrm>
            <a:off x="6683077" y="4821684"/>
            <a:ext cx="4790400" cy="102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9" name="Google Shape;329;p35"/>
          <p:cNvSpPr txBox="1"/>
          <p:nvPr>
            <p:ph idx="8" type="body"/>
          </p:nvPr>
        </p:nvSpPr>
        <p:spPr>
          <a:xfrm>
            <a:off x="6683077" y="5201221"/>
            <a:ext cx="47904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татистика">
  <p:cSld name="1_Статистика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6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36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36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4" name="Google Shape;334;p36"/>
          <p:cNvSpPr txBox="1"/>
          <p:nvPr>
            <p:ph type="title"/>
          </p:nvPr>
        </p:nvSpPr>
        <p:spPr>
          <a:xfrm>
            <a:off x="349532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6"/>
          <p:cNvSpPr/>
          <p:nvPr>
            <p:ph idx="1" type="body"/>
          </p:nvPr>
        </p:nvSpPr>
        <p:spPr>
          <a:xfrm>
            <a:off x="6683077" y="1016000"/>
            <a:ext cx="4790400" cy="102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6" name="Google Shape;336;p36"/>
          <p:cNvSpPr txBox="1"/>
          <p:nvPr>
            <p:ph idx="2" type="body"/>
          </p:nvPr>
        </p:nvSpPr>
        <p:spPr>
          <a:xfrm>
            <a:off x="6683077" y="1395537"/>
            <a:ext cx="47904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7" name="Google Shape;337;p36"/>
          <p:cNvSpPr/>
          <p:nvPr>
            <p:ph idx="3" type="body"/>
          </p:nvPr>
        </p:nvSpPr>
        <p:spPr>
          <a:xfrm>
            <a:off x="6683077" y="2284561"/>
            <a:ext cx="4790400" cy="102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AD28EF"/>
              </a:buClr>
              <a:buSzPts val="1800"/>
              <a:buChar char="•"/>
              <a:defRPr b="1" sz="1800">
                <a:solidFill>
                  <a:srgbClr val="AD28E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8" name="Google Shape;338;p36"/>
          <p:cNvSpPr txBox="1"/>
          <p:nvPr>
            <p:ph idx="4" type="body"/>
          </p:nvPr>
        </p:nvSpPr>
        <p:spPr>
          <a:xfrm>
            <a:off x="6683077" y="2664098"/>
            <a:ext cx="47904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9" name="Google Shape;339;p36"/>
          <p:cNvSpPr/>
          <p:nvPr>
            <p:ph idx="5" type="body"/>
          </p:nvPr>
        </p:nvSpPr>
        <p:spPr>
          <a:xfrm>
            <a:off x="6683077" y="3553122"/>
            <a:ext cx="4790400" cy="102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0" name="Google Shape;340;p36"/>
          <p:cNvSpPr txBox="1"/>
          <p:nvPr>
            <p:ph idx="6" type="body"/>
          </p:nvPr>
        </p:nvSpPr>
        <p:spPr>
          <a:xfrm>
            <a:off x="6683077" y="3932659"/>
            <a:ext cx="47904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1" name="Google Shape;341;p36"/>
          <p:cNvSpPr/>
          <p:nvPr>
            <p:ph idx="7" type="body"/>
          </p:nvPr>
        </p:nvSpPr>
        <p:spPr>
          <a:xfrm>
            <a:off x="6683077" y="4821684"/>
            <a:ext cx="4790400" cy="102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2" name="Google Shape;342;p36"/>
          <p:cNvSpPr txBox="1"/>
          <p:nvPr>
            <p:ph idx="8" type="body"/>
          </p:nvPr>
        </p:nvSpPr>
        <p:spPr>
          <a:xfrm>
            <a:off x="6683077" y="5201221"/>
            <a:ext cx="47904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облема и решение">
  <p:cSld name="Проблема и решение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37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37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47" name="Google Shape;347;p37"/>
          <p:cNvSpPr txBox="1"/>
          <p:nvPr>
            <p:ph type="title"/>
          </p:nvPr>
        </p:nvSpPr>
        <p:spPr>
          <a:xfrm>
            <a:off x="357650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37"/>
          <p:cNvSpPr/>
          <p:nvPr>
            <p:ph idx="1" type="body"/>
          </p:nvPr>
        </p:nvSpPr>
        <p:spPr>
          <a:xfrm>
            <a:off x="517027" y="3810175"/>
            <a:ext cx="3264000" cy="2375100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9" name="Google Shape;349;p37"/>
          <p:cNvSpPr/>
          <p:nvPr>
            <p:ph idx="2" type="body"/>
          </p:nvPr>
        </p:nvSpPr>
        <p:spPr>
          <a:xfrm>
            <a:off x="4464542" y="3810175"/>
            <a:ext cx="3264000" cy="2375100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0" name="Google Shape;350;p37"/>
          <p:cNvSpPr/>
          <p:nvPr>
            <p:ph idx="3" type="body"/>
          </p:nvPr>
        </p:nvSpPr>
        <p:spPr>
          <a:xfrm>
            <a:off x="8385481" y="3810175"/>
            <a:ext cx="3264000" cy="2375100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1" name="Google Shape;351;p37"/>
          <p:cNvSpPr/>
          <p:nvPr>
            <p:ph idx="4" type="body"/>
          </p:nvPr>
        </p:nvSpPr>
        <p:spPr>
          <a:xfrm>
            <a:off x="517027" y="3252336"/>
            <a:ext cx="3264000" cy="391800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2" name="Google Shape;352;p37"/>
          <p:cNvSpPr/>
          <p:nvPr>
            <p:ph idx="5" type="body"/>
          </p:nvPr>
        </p:nvSpPr>
        <p:spPr>
          <a:xfrm>
            <a:off x="4464542" y="3252336"/>
            <a:ext cx="3264000" cy="391800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3" name="Google Shape;353;p37"/>
          <p:cNvSpPr/>
          <p:nvPr>
            <p:ph idx="6" type="body"/>
          </p:nvPr>
        </p:nvSpPr>
        <p:spPr>
          <a:xfrm>
            <a:off x="8385481" y="3252336"/>
            <a:ext cx="3264000" cy="391800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дии">
  <p:cSld name="Стадии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38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38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8" name="Google Shape;358;p38"/>
          <p:cNvSpPr/>
          <p:nvPr>
            <p:ph idx="1" type="body"/>
          </p:nvPr>
        </p:nvSpPr>
        <p:spPr>
          <a:xfrm>
            <a:off x="346075" y="1024937"/>
            <a:ext cx="2526000" cy="1476600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9" name="Google Shape;359;p38"/>
          <p:cNvSpPr txBox="1"/>
          <p:nvPr>
            <p:ph idx="2" type="body"/>
          </p:nvPr>
        </p:nvSpPr>
        <p:spPr>
          <a:xfrm>
            <a:off x="346075" y="1380939"/>
            <a:ext cx="2526000" cy="11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0" name="Google Shape;360;p38"/>
          <p:cNvSpPr/>
          <p:nvPr>
            <p:ph idx="3" type="body"/>
          </p:nvPr>
        </p:nvSpPr>
        <p:spPr>
          <a:xfrm>
            <a:off x="4832960" y="1024937"/>
            <a:ext cx="2526000" cy="1476600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1" name="Google Shape;361;p38"/>
          <p:cNvSpPr txBox="1"/>
          <p:nvPr>
            <p:ph idx="4" type="body"/>
          </p:nvPr>
        </p:nvSpPr>
        <p:spPr>
          <a:xfrm>
            <a:off x="4832960" y="1380939"/>
            <a:ext cx="2526000" cy="11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2" name="Google Shape;362;p38"/>
          <p:cNvSpPr/>
          <p:nvPr>
            <p:ph idx="5" type="body"/>
          </p:nvPr>
        </p:nvSpPr>
        <p:spPr>
          <a:xfrm>
            <a:off x="9330862" y="1024937"/>
            <a:ext cx="2526000" cy="1476600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3" name="Google Shape;363;p38"/>
          <p:cNvSpPr txBox="1"/>
          <p:nvPr>
            <p:ph idx="6" type="body"/>
          </p:nvPr>
        </p:nvSpPr>
        <p:spPr>
          <a:xfrm>
            <a:off x="9330862" y="1380939"/>
            <a:ext cx="2526000" cy="11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4" name="Google Shape;364;p38"/>
          <p:cNvSpPr/>
          <p:nvPr>
            <p:ph idx="7" type="body"/>
          </p:nvPr>
        </p:nvSpPr>
        <p:spPr>
          <a:xfrm>
            <a:off x="2593517" y="4358152"/>
            <a:ext cx="2526000" cy="1476600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5" name="Google Shape;365;p38"/>
          <p:cNvSpPr txBox="1"/>
          <p:nvPr>
            <p:ph idx="8" type="body"/>
          </p:nvPr>
        </p:nvSpPr>
        <p:spPr>
          <a:xfrm>
            <a:off x="2593517" y="4714154"/>
            <a:ext cx="2526000" cy="11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6" name="Google Shape;366;p38"/>
          <p:cNvSpPr/>
          <p:nvPr>
            <p:ph idx="9" type="body"/>
          </p:nvPr>
        </p:nvSpPr>
        <p:spPr>
          <a:xfrm>
            <a:off x="7080402" y="4358152"/>
            <a:ext cx="2526000" cy="1476600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7" name="Google Shape;367;p38"/>
          <p:cNvSpPr txBox="1"/>
          <p:nvPr>
            <p:ph idx="13" type="body"/>
          </p:nvPr>
        </p:nvSpPr>
        <p:spPr>
          <a:xfrm>
            <a:off x="7080402" y="4714154"/>
            <a:ext cx="2526000" cy="11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8" name="Google Shape;368;p38"/>
          <p:cNvSpPr txBox="1"/>
          <p:nvPr>
            <p:ph type="title"/>
          </p:nvPr>
        </p:nvSpPr>
        <p:spPr>
          <a:xfrm>
            <a:off x="384256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емо_1">
  <p:cSld name="Демо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9"/>
          <p:cNvSpPr/>
          <p:nvPr>
            <p:ph idx="2" type="pic"/>
          </p:nvPr>
        </p:nvSpPr>
        <p:spPr>
          <a:xfrm>
            <a:off x="4162940" y="1264478"/>
            <a:ext cx="3866100" cy="2436300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p39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39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39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74" name="Google Shape;374;p39"/>
          <p:cNvSpPr txBox="1"/>
          <p:nvPr>
            <p:ph type="title"/>
          </p:nvPr>
        </p:nvSpPr>
        <p:spPr>
          <a:xfrm>
            <a:off x="346075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39"/>
          <p:cNvSpPr txBox="1"/>
          <p:nvPr>
            <p:ph idx="1" type="body"/>
          </p:nvPr>
        </p:nvSpPr>
        <p:spPr>
          <a:xfrm>
            <a:off x="346075" y="4656083"/>
            <a:ext cx="36267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6" name="Google Shape;376;p39"/>
          <p:cNvSpPr txBox="1"/>
          <p:nvPr>
            <p:ph idx="3" type="body"/>
          </p:nvPr>
        </p:nvSpPr>
        <p:spPr>
          <a:xfrm>
            <a:off x="4240502" y="4656083"/>
            <a:ext cx="36267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7" name="Google Shape;377;p39"/>
          <p:cNvSpPr txBox="1"/>
          <p:nvPr>
            <p:ph idx="4" type="body"/>
          </p:nvPr>
        </p:nvSpPr>
        <p:spPr>
          <a:xfrm>
            <a:off x="8230203" y="4656083"/>
            <a:ext cx="36267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Демо_1">
  <p:cSld name="1_Демо_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0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40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40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82" name="Google Shape;382;p40"/>
          <p:cNvSpPr txBox="1"/>
          <p:nvPr>
            <p:ph type="title"/>
          </p:nvPr>
        </p:nvSpPr>
        <p:spPr>
          <a:xfrm>
            <a:off x="353289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40"/>
          <p:cNvSpPr txBox="1"/>
          <p:nvPr>
            <p:ph idx="1" type="body"/>
          </p:nvPr>
        </p:nvSpPr>
        <p:spPr>
          <a:xfrm>
            <a:off x="1210643" y="4324451"/>
            <a:ext cx="4121700" cy="1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4" name="Google Shape;384;p40"/>
          <p:cNvSpPr txBox="1"/>
          <p:nvPr>
            <p:ph idx="2" type="body"/>
          </p:nvPr>
        </p:nvSpPr>
        <p:spPr>
          <a:xfrm>
            <a:off x="6857950" y="4324451"/>
            <a:ext cx="4121700" cy="1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5" name="Google Shape;385;p40"/>
          <p:cNvSpPr/>
          <p:nvPr>
            <p:ph idx="3" type="pic"/>
          </p:nvPr>
        </p:nvSpPr>
        <p:spPr>
          <a:xfrm>
            <a:off x="1210642" y="1577998"/>
            <a:ext cx="4121700" cy="22839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40"/>
          <p:cNvSpPr/>
          <p:nvPr>
            <p:ph idx="4" type="pic"/>
          </p:nvPr>
        </p:nvSpPr>
        <p:spPr>
          <a:xfrm>
            <a:off x="6855540" y="1577998"/>
            <a:ext cx="4121700" cy="2283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Демо_1">
  <p:cSld name="2_Демо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1"/>
          <p:cNvSpPr/>
          <p:nvPr>
            <p:ph idx="2" type="pic"/>
          </p:nvPr>
        </p:nvSpPr>
        <p:spPr>
          <a:xfrm>
            <a:off x="5009872" y="1235915"/>
            <a:ext cx="2172300" cy="4602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389" name="Google Shape;389;p41"/>
          <p:cNvSpPr/>
          <p:nvPr>
            <p:ph idx="1" type="body"/>
          </p:nvPr>
        </p:nvSpPr>
        <p:spPr>
          <a:xfrm>
            <a:off x="356349" y="1641283"/>
            <a:ext cx="3813000" cy="102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0" name="Google Shape;390;p41"/>
          <p:cNvSpPr txBox="1"/>
          <p:nvPr>
            <p:ph idx="3" type="body"/>
          </p:nvPr>
        </p:nvSpPr>
        <p:spPr>
          <a:xfrm>
            <a:off x="356349" y="2020820"/>
            <a:ext cx="38130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1" name="Google Shape;391;p41"/>
          <p:cNvSpPr/>
          <p:nvPr>
            <p:ph idx="4" type="body"/>
          </p:nvPr>
        </p:nvSpPr>
        <p:spPr>
          <a:xfrm>
            <a:off x="8040021" y="1641283"/>
            <a:ext cx="3813000" cy="102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E4B4FB"/>
              </a:buClr>
              <a:buSzPts val="1800"/>
              <a:buChar char="•"/>
              <a:defRPr b="1" sz="1800">
                <a:solidFill>
                  <a:srgbClr val="E4B4F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2" name="Google Shape;392;p41"/>
          <p:cNvSpPr txBox="1"/>
          <p:nvPr>
            <p:ph idx="5" type="body"/>
          </p:nvPr>
        </p:nvSpPr>
        <p:spPr>
          <a:xfrm>
            <a:off x="8040021" y="2020820"/>
            <a:ext cx="38130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3" name="Google Shape;393;p41"/>
          <p:cNvSpPr/>
          <p:nvPr>
            <p:ph idx="6" type="body"/>
          </p:nvPr>
        </p:nvSpPr>
        <p:spPr>
          <a:xfrm>
            <a:off x="356349" y="3864598"/>
            <a:ext cx="3813000" cy="102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4" name="Google Shape;394;p41"/>
          <p:cNvSpPr txBox="1"/>
          <p:nvPr>
            <p:ph idx="7" type="body"/>
          </p:nvPr>
        </p:nvSpPr>
        <p:spPr>
          <a:xfrm>
            <a:off x="356349" y="4244135"/>
            <a:ext cx="38130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5" name="Google Shape;395;p41"/>
          <p:cNvSpPr/>
          <p:nvPr>
            <p:ph idx="8" type="body"/>
          </p:nvPr>
        </p:nvSpPr>
        <p:spPr>
          <a:xfrm>
            <a:off x="8040021" y="3864598"/>
            <a:ext cx="3813000" cy="102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6" name="Google Shape;396;p41"/>
          <p:cNvSpPr txBox="1"/>
          <p:nvPr>
            <p:ph idx="9" type="body"/>
          </p:nvPr>
        </p:nvSpPr>
        <p:spPr>
          <a:xfrm>
            <a:off x="8040021" y="4244135"/>
            <a:ext cx="38130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97" name="Google Shape;397;p41"/>
          <p:cNvCxnSpPr/>
          <p:nvPr/>
        </p:nvCxnSpPr>
        <p:spPr>
          <a:xfrm>
            <a:off x="4244694" y="1870413"/>
            <a:ext cx="6867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41"/>
          <p:cNvCxnSpPr/>
          <p:nvPr/>
        </p:nvCxnSpPr>
        <p:spPr>
          <a:xfrm>
            <a:off x="4244694" y="4094630"/>
            <a:ext cx="686700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41"/>
          <p:cNvCxnSpPr/>
          <p:nvPr/>
        </p:nvCxnSpPr>
        <p:spPr>
          <a:xfrm>
            <a:off x="7250583" y="1870413"/>
            <a:ext cx="686700" cy="0"/>
          </a:xfrm>
          <a:prstGeom prst="straightConnector1">
            <a:avLst/>
          </a:prstGeom>
          <a:noFill/>
          <a:ln cap="flat" cmpd="sng" w="25400">
            <a:solidFill>
              <a:srgbClr val="E4B4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41"/>
          <p:cNvCxnSpPr/>
          <p:nvPr/>
        </p:nvCxnSpPr>
        <p:spPr>
          <a:xfrm>
            <a:off x="7250583" y="4094630"/>
            <a:ext cx="686700" cy="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41"/>
          <p:cNvSpPr txBox="1"/>
          <p:nvPr>
            <p:ph type="title"/>
          </p:nvPr>
        </p:nvSpPr>
        <p:spPr>
          <a:xfrm>
            <a:off x="346075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41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1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1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Демо_1">
  <p:cSld name="3_Демо_1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2"/>
          <p:cNvSpPr/>
          <p:nvPr>
            <p:ph idx="2" type="pic"/>
          </p:nvPr>
        </p:nvSpPr>
        <p:spPr>
          <a:xfrm>
            <a:off x="1001460" y="1038224"/>
            <a:ext cx="1726200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407" name="Google Shape;407;p42"/>
          <p:cNvSpPr/>
          <p:nvPr>
            <p:ph idx="3" type="pic"/>
          </p:nvPr>
        </p:nvSpPr>
        <p:spPr>
          <a:xfrm>
            <a:off x="3831097" y="1038224"/>
            <a:ext cx="1726200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408" name="Google Shape;408;p42"/>
          <p:cNvSpPr/>
          <p:nvPr>
            <p:ph idx="4" type="pic"/>
          </p:nvPr>
        </p:nvSpPr>
        <p:spPr>
          <a:xfrm>
            <a:off x="6660734" y="1038224"/>
            <a:ext cx="1726200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409" name="Google Shape;409;p42"/>
          <p:cNvSpPr/>
          <p:nvPr>
            <p:ph idx="5" type="pic"/>
          </p:nvPr>
        </p:nvSpPr>
        <p:spPr>
          <a:xfrm>
            <a:off x="9490368" y="1038224"/>
            <a:ext cx="1726200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410" name="Google Shape;410;p42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42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42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3" name="Google Shape;413;p42"/>
          <p:cNvSpPr txBox="1"/>
          <p:nvPr>
            <p:ph idx="1" type="body"/>
          </p:nvPr>
        </p:nvSpPr>
        <p:spPr>
          <a:xfrm>
            <a:off x="346076" y="4929435"/>
            <a:ext cx="2739300" cy="12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4" name="Google Shape;414;p42"/>
          <p:cNvSpPr txBox="1"/>
          <p:nvPr>
            <p:ph idx="6" type="body"/>
          </p:nvPr>
        </p:nvSpPr>
        <p:spPr>
          <a:xfrm>
            <a:off x="3269562" y="4929435"/>
            <a:ext cx="2739300" cy="12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5" name="Google Shape;415;p42"/>
          <p:cNvSpPr txBox="1"/>
          <p:nvPr>
            <p:ph idx="7" type="body"/>
          </p:nvPr>
        </p:nvSpPr>
        <p:spPr>
          <a:xfrm>
            <a:off x="6193048" y="4929435"/>
            <a:ext cx="2739300" cy="12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6" name="Google Shape;416;p42"/>
          <p:cNvSpPr txBox="1"/>
          <p:nvPr>
            <p:ph idx="8" type="body"/>
          </p:nvPr>
        </p:nvSpPr>
        <p:spPr>
          <a:xfrm>
            <a:off x="9116535" y="4929435"/>
            <a:ext cx="2739300" cy="12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7" name="Google Shape;417;p42"/>
          <p:cNvSpPr txBox="1"/>
          <p:nvPr>
            <p:ph type="title"/>
          </p:nvPr>
        </p:nvSpPr>
        <p:spPr>
          <a:xfrm>
            <a:off x="346075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3"/>
          <p:cNvSpPr txBox="1"/>
          <p:nvPr>
            <p:ph idx="1" type="body"/>
          </p:nvPr>
        </p:nvSpPr>
        <p:spPr>
          <a:xfrm>
            <a:off x="315387" y="1016001"/>
            <a:ext cx="5704500" cy="51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0" name="Google Shape;420;p43"/>
          <p:cNvSpPr txBox="1"/>
          <p:nvPr>
            <p:ph idx="2" type="body"/>
          </p:nvPr>
        </p:nvSpPr>
        <p:spPr>
          <a:xfrm>
            <a:off x="6172206" y="1016001"/>
            <a:ext cx="5670600" cy="51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1" name="Google Shape;421;p43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43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43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4" name="Google Shape;424;p43"/>
          <p:cNvSpPr txBox="1"/>
          <p:nvPr>
            <p:ph type="title"/>
          </p:nvPr>
        </p:nvSpPr>
        <p:spPr>
          <a:xfrm>
            <a:off x="346075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>
  <p:cSld name="Сравнение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/>
          <p:nvPr>
            <p:ph idx="1" type="body"/>
          </p:nvPr>
        </p:nvSpPr>
        <p:spPr>
          <a:xfrm>
            <a:off x="315386" y="1015427"/>
            <a:ext cx="568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427" name="Google Shape;427;p44"/>
          <p:cNvSpPr txBox="1"/>
          <p:nvPr>
            <p:ph idx="2" type="body"/>
          </p:nvPr>
        </p:nvSpPr>
        <p:spPr>
          <a:xfrm>
            <a:off x="349334" y="1598615"/>
            <a:ext cx="56484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8" name="Google Shape;428;p44"/>
          <p:cNvSpPr txBox="1"/>
          <p:nvPr>
            <p:ph idx="3" type="body"/>
          </p:nvPr>
        </p:nvSpPr>
        <p:spPr>
          <a:xfrm>
            <a:off x="6172205" y="1015427"/>
            <a:ext cx="568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429" name="Google Shape;429;p44"/>
          <p:cNvSpPr txBox="1"/>
          <p:nvPr>
            <p:ph idx="4" type="body"/>
          </p:nvPr>
        </p:nvSpPr>
        <p:spPr>
          <a:xfrm>
            <a:off x="6172202" y="1598615"/>
            <a:ext cx="56706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0" name="Google Shape;430;p44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44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44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33" name="Google Shape;433;p44"/>
          <p:cNvSpPr txBox="1"/>
          <p:nvPr>
            <p:ph type="title"/>
          </p:nvPr>
        </p:nvSpPr>
        <p:spPr>
          <a:xfrm>
            <a:off x="349334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5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45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45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6"/>
          <p:cNvSpPr txBox="1"/>
          <p:nvPr>
            <p:ph type="title"/>
          </p:nvPr>
        </p:nvSpPr>
        <p:spPr>
          <a:xfrm>
            <a:off x="334966" y="1015999"/>
            <a:ext cx="4437000" cy="121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Montserrat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46"/>
          <p:cNvSpPr txBox="1"/>
          <p:nvPr>
            <p:ph idx="1" type="body"/>
          </p:nvPr>
        </p:nvSpPr>
        <p:spPr>
          <a:xfrm>
            <a:off x="5183194" y="1015999"/>
            <a:ext cx="6673800" cy="5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1186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773"/>
              <a:buChar char="•"/>
              <a:defRPr sz="1773"/>
            </a:lvl1pPr>
            <a:lvl2pPr indent="-32512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520"/>
              <a:buChar char="•"/>
              <a:defRPr sz="1520"/>
            </a:lvl2pPr>
            <a:lvl3pPr indent="-308991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Char char="•"/>
              <a:defRPr sz="1266"/>
            </a:lvl3pPr>
            <a:lvl4pPr indent="-301054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4pPr>
            <a:lvl5pPr indent="-301054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5pPr>
            <a:lvl6pPr indent="-308991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6pPr>
            <a:lvl7pPr indent="-308991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7pPr>
            <a:lvl8pPr indent="-308991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8pPr>
            <a:lvl9pPr indent="-308991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9pPr>
          </a:lstStyle>
          <a:p/>
        </p:txBody>
      </p:sp>
      <p:sp>
        <p:nvSpPr>
          <p:cNvPr id="441" name="Google Shape;441;p46"/>
          <p:cNvSpPr txBox="1"/>
          <p:nvPr>
            <p:ph idx="2" type="body"/>
          </p:nvPr>
        </p:nvSpPr>
        <p:spPr>
          <a:xfrm>
            <a:off x="334966" y="2428239"/>
            <a:ext cx="4437000" cy="3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886"/>
              <a:buNone/>
              <a:defRPr sz="88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760"/>
              <a:buNone/>
              <a:defRPr sz="760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9pPr>
          </a:lstStyle>
          <a:p/>
        </p:txBody>
      </p:sp>
      <p:sp>
        <p:nvSpPr>
          <p:cNvPr id="442" name="Google Shape;442;p46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46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46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7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47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47"/>
          <p:cNvSpPr txBox="1"/>
          <p:nvPr>
            <p:ph type="ctrTitle"/>
          </p:nvPr>
        </p:nvSpPr>
        <p:spPr>
          <a:xfrm>
            <a:off x="802640" y="3922529"/>
            <a:ext cx="5293500" cy="16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47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>
  <p:cSld name="Пустой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45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 b="1" i="0" sz="199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Font typeface="Arial"/>
              <a:buChar char="•"/>
              <a:defRPr b="0" i="0" sz="1452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9309" lvl="1" marL="9144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Font typeface="Arial"/>
              <a:buChar char="•"/>
              <a:defRPr b="0" i="0" sz="1271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1910" lvl="2" marL="13716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Font typeface="Arial"/>
              <a:buChar char="•"/>
              <a:defRPr b="0" i="0" sz="99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6195" lvl="3" marL="18288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6195" lvl="4" marL="22860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1054" lvl="5" marL="27432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1054" lvl="6" marL="32004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1053" lvl="7" marL="36576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1053" lvl="8" marL="41148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156">
          <p15:clr>
            <a:srgbClr val="F26B43"/>
          </p15:clr>
        </p15:guide>
        <p15:guide id="2" orient="horz" pos="482">
          <p15:clr>
            <a:srgbClr val="F26B43"/>
          </p15:clr>
        </p15:guide>
        <p15:guide id="3" pos="218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249">
          <p15:clr>
            <a:srgbClr val="F26B43"/>
          </p15:clr>
        </p15:guide>
        <p15:guide id="6" orient="horz" pos="4042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orient="horz" pos="640">
          <p15:clr>
            <a:srgbClr val="F26B43"/>
          </p15:clr>
        </p15:guide>
        <p15:guide id="9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>
            <p:ph type="title"/>
          </p:nvPr>
        </p:nvSpPr>
        <p:spPr>
          <a:xfrm>
            <a:off x="346075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 b="1" i="0" sz="199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15392" y="1016177"/>
            <a:ext cx="11561100" cy="5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marR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Font typeface="Arial"/>
              <a:buChar char="•"/>
              <a:defRPr b="0" i="0" sz="1452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9309" lvl="1" marL="914400" marR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Font typeface="Arial"/>
              <a:buChar char="•"/>
              <a:defRPr b="0" i="0" sz="1271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1910" lvl="2" marL="1371600" marR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Font typeface="Arial"/>
              <a:buChar char="•"/>
              <a:defRPr b="0" i="0" sz="99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6195" lvl="3" marL="1828800" marR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6195" lvl="4" marL="2286000" marR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1054" lvl="5" marL="2743200" marR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1054" lvl="6" marL="3200400" marR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1053" lvl="7" marL="3657600" marR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1053" lvl="8" marL="4114800" marR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10" type="dt"/>
          </p:nvPr>
        </p:nvSpPr>
        <p:spPr>
          <a:xfrm>
            <a:off x="306390" y="6356362"/>
            <a:ext cx="104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11" type="ftr"/>
          </p:nvPr>
        </p:nvSpPr>
        <p:spPr>
          <a:xfrm>
            <a:off x="1459571" y="6356362"/>
            <a:ext cx="957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156">
          <p15:clr>
            <a:srgbClr val="F26B43"/>
          </p15:clr>
        </p15:guide>
        <p15:guide id="2" orient="horz" pos="482">
          <p15:clr>
            <a:srgbClr val="F26B43"/>
          </p15:clr>
        </p15:guide>
        <p15:guide id="3" pos="218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249">
          <p15:clr>
            <a:srgbClr val="F26B43"/>
          </p15:clr>
        </p15:guide>
        <p15:guide id="6" orient="horz" pos="4042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orient="horz" pos="640">
          <p15:clr>
            <a:srgbClr val="F26B43"/>
          </p15:clr>
        </p15:guide>
        <p15:guide id="9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4.jpg"/><Relationship Id="rId5" Type="http://schemas.openxmlformats.org/officeDocument/2006/relationships/image" Target="../media/image16.jpg"/><Relationship Id="rId6" Type="http://schemas.openxmlformats.org/officeDocument/2006/relationships/image" Target="../media/image13.jpg"/><Relationship Id="rId7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stroi.mos.ru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9"/>
          <p:cNvSpPr txBox="1"/>
          <p:nvPr>
            <p:ph type="ctrTitle"/>
          </p:nvPr>
        </p:nvSpPr>
        <p:spPr>
          <a:xfrm>
            <a:off x="0" y="4323440"/>
            <a:ext cx="89307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712788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</a:pPr>
            <a:r>
              <a:rPr lang="ru-RU"/>
              <a:t>GORILLAZ</a:t>
            </a:r>
            <a:endParaRPr/>
          </a:p>
        </p:txBody>
      </p:sp>
      <p:sp>
        <p:nvSpPr>
          <p:cNvPr id="456" name="Google Shape;456;p49"/>
          <p:cNvSpPr txBox="1"/>
          <p:nvPr>
            <p:ph idx="1" type="body"/>
          </p:nvPr>
        </p:nvSpPr>
        <p:spPr>
          <a:xfrm>
            <a:off x="0" y="5149851"/>
            <a:ext cx="89307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712788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ru-RU"/>
              <a:t>07. Интеллектуальная система мониторинга строительной 			  площадки</a:t>
            </a:r>
            <a:endParaRPr/>
          </a:p>
        </p:txBody>
      </p:sp>
      <p:pic>
        <p:nvPicPr>
          <p:cNvPr descr=" " id="457" name="Google Shape;457;p49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371" r="-743" t="0"/>
          <a:stretch/>
        </p:blipFill>
        <p:spPr>
          <a:xfrm>
            <a:off x="833605" y="454466"/>
            <a:ext cx="4382174" cy="9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0"/>
          <p:cNvSpPr/>
          <p:nvPr/>
        </p:nvSpPr>
        <p:spPr>
          <a:xfrm>
            <a:off x="0" y="2971800"/>
            <a:ext cx="6456300" cy="3886200"/>
          </a:xfrm>
          <a:prstGeom prst="rect">
            <a:avLst/>
          </a:prstGeom>
          <a:solidFill>
            <a:srgbClr val="DCCEE4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50"/>
          <p:cNvSpPr txBox="1"/>
          <p:nvPr/>
        </p:nvSpPr>
        <p:spPr>
          <a:xfrm>
            <a:off x="6819904" y="2303118"/>
            <a:ext cx="49455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Краткое описание решения:</a:t>
            </a:r>
            <a:endParaRPr/>
          </a:p>
        </p:txBody>
      </p:sp>
      <p:sp>
        <p:nvSpPr>
          <p:cNvPr id="464" name="Google Shape;464;p50"/>
          <p:cNvSpPr txBox="1"/>
          <p:nvPr/>
        </p:nvSpPr>
        <p:spPr>
          <a:xfrm>
            <a:off x="6836606" y="4876070"/>
            <a:ext cx="49455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определяет фактический этап, показывает отклонение и связывает вывод с подтверждающими снимками</a:t>
            </a:r>
            <a:endParaRPr/>
          </a:p>
        </p:txBody>
      </p:sp>
      <p:sp>
        <p:nvSpPr>
          <p:cNvPr id="465" name="Google Shape;465;p50"/>
          <p:cNvSpPr txBox="1"/>
          <p:nvPr/>
        </p:nvSpPr>
        <p:spPr>
          <a:xfrm>
            <a:off x="334962" y="3883009"/>
            <a:ext cx="5629800" cy="23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9" lvl="0" marL="144689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Капитан: 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Стариковский Егор Дмитриевич, Python Backend-разработчик</a:t>
            </a:r>
            <a:endParaRPr/>
          </a:p>
          <a:p>
            <a:pPr indent="-144689" lvl="0" marL="144689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Кол-во участников: 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 человека</a:t>
            </a:r>
            <a:endParaRPr/>
          </a:p>
          <a:p>
            <a:pPr indent="-144689" lvl="0" marL="144689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Краткое описание: </a:t>
            </a:r>
            <a:endParaRPr/>
          </a:p>
          <a:p>
            <a:pPr indent="-144689" lvl="0" marL="144689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📫"/>
            </a:pP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образовалась из-за совместных интересов в сфере IT и учёбы </a:t>
            </a:r>
            <a:endParaRPr/>
          </a:p>
          <a:p>
            <a:pPr indent="-144689" lvl="0" marL="144689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📫"/>
            </a:pP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Все участники из РХТУ им. Д. И. Менделеева</a:t>
            </a:r>
            <a:endParaRPr/>
          </a:p>
          <a:p>
            <a:pPr indent="-144689" lvl="0" marL="144689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Город и регион: 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г.</a:t>
            </a:r>
            <a:r>
              <a:rPr b="1"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Москва, Московская область</a:t>
            </a: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50"/>
          <p:cNvSpPr txBox="1"/>
          <p:nvPr/>
        </p:nvSpPr>
        <p:spPr>
          <a:xfrm>
            <a:off x="334962" y="3484785"/>
            <a:ext cx="299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О команде</a:t>
            </a:r>
            <a:endParaRPr/>
          </a:p>
        </p:txBody>
      </p:sp>
      <p:sp>
        <p:nvSpPr>
          <p:cNvPr id="467" name="Google Shape;467;p50"/>
          <p:cNvSpPr txBox="1"/>
          <p:nvPr>
            <p:ph type="title"/>
          </p:nvPr>
        </p:nvSpPr>
        <p:spPr>
          <a:xfrm>
            <a:off x="6819903" y="1039236"/>
            <a:ext cx="3636600" cy="101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ontserrat"/>
              <a:buNone/>
            </a:pPr>
            <a:r>
              <a:rPr lang="ru-RU" sz="24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«GORILLAZ»</a:t>
            </a:r>
            <a:endParaRPr/>
          </a:p>
        </p:txBody>
      </p:sp>
      <p:cxnSp>
        <p:nvCxnSpPr>
          <p:cNvPr id="468" name="Google Shape;468;p50"/>
          <p:cNvCxnSpPr/>
          <p:nvPr/>
        </p:nvCxnSpPr>
        <p:spPr>
          <a:xfrm>
            <a:off x="6880774" y="2240031"/>
            <a:ext cx="4884900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69" name="Google Shape;469;p50"/>
          <p:cNvCxnSpPr/>
          <p:nvPr/>
        </p:nvCxnSpPr>
        <p:spPr>
          <a:xfrm>
            <a:off x="6897347" y="4437879"/>
            <a:ext cx="4884900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70" name="Google Shape;470;p50"/>
          <p:cNvCxnSpPr/>
          <p:nvPr/>
        </p:nvCxnSpPr>
        <p:spPr>
          <a:xfrm>
            <a:off x="395833" y="3448639"/>
            <a:ext cx="57003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71" name="Google Shape;471;p50"/>
          <p:cNvSpPr txBox="1"/>
          <p:nvPr/>
        </p:nvSpPr>
        <p:spPr>
          <a:xfrm>
            <a:off x="6754479" y="4598837"/>
            <a:ext cx="49455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Уникальность решения:</a:t>
            </a:r>
            <a:endParaRPr/>
          </a:p>
        </p:txBody>
      </p:sp>
      <p:sp>
        <p:nvSpPr>
          <p:cNvPr id="472" name="Google Shape;472;p50"/>
          <p:cNvSpPr txBox="1"/>
          <p:nvPr/>
        </p:nvSpPr>
        <p:spPr>
          <a:xfrm>
            <a:off x="6819902" y="2719053"/>
            <a:ext cx="49455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асинхронно распознает технику на фотографиях и сопоставляет наблюдения с календарным планом объекта</a:t>
            </a:r>
            <a:endParaRPr/>
          </a:p>
        </p:txBody>
      </p:sp>
      <p:sp>
        <p:nvSpPr>
          <p:cNvPr id="473" name="Google Shape;473;p50"/>
          <p:cNvSpPr txBox="1"/>
          <p:nvPr/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1"/>
          <p:cNvSpPr/>
          <p:nvPr/>
        </p:nvSpPr>
        <p:spPr>
          <a:xfrm>
            <a:off x="3846982" y="1521856"/>
            <a:ext cx="2192700" cy="4834500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p51"/>
          <p:cNvSpPr txBox="1"/>
          <p:nvPr/>
        </p:nvSpPr>
        <p:spPr>
          <a:xfrm>
            <a:off x="4019266" y="4249878"/>
            <a:ext cx="18945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9" lvl="0" marL="14468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Фронтенд-разработчик</a:t>
            </a:r>
            <a:endParaRPr/>
          </a:p>
          <a:p>
            <a:pPr indent="-144689" lvl="0" marL="14468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@cisstiss</a:t>
            </a:r>
            <a:endParaRPr/>
          </a:p>
          <a:p>
            <a:pPr indent="-144689" lvl="0" marL="14468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+7(993)928-81-09</a:t>
            </a:r>
            <a:endParaRPr/>
          </a:p>
          <a:p>
            <a:pPr indent="-144689" lvl="0" marL="14468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РХТУ им. Д.И. Менделеева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p51"/>
          <p:cNvSpPr txBox="1"/>
          <p:nvPr/>
        </p:nvSpPr>
        <p:spPr>
          <a:xfrm>
            <a:off x="4019265" y="3621968"/>
            <a:ext cx="1722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Михаил Ощепков</a:t>
            </a:r>
            <a:endParaRPr/>
          </a:p>
        </p:txBody>
      </p:sp>
      <p:sp>
        <p:nvSpPr>
          <p:cNvPr id="482" name="Google Shape;482;p51"/>
          <p:cNvSpPr/>
          <p:nvPr/>
        </p:nvSpPr>
        <p:spPr>
          <a:xfrm>
            <a:off x="6152299" y="1521856"/>
            <a:ext cx="2192700" cy="4834500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3" name="Google Shape;483;p51"/>
          <p:cNvSpPr txBox="1"/>
          <p:nvPr/>
        </p:nvSpPr>
        <p:spPr>
          <a:xfrm>
            <a:off x="6324583" y="4249878"/>
            <a:ext cx="18945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9" lvl="0" marL="14468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Компьютерное зрение, детекция</a:t>
            </a:r>
            <a:endParaRPr/>
          </a:p>
          <a:p>
            <a:pPr indent="-144689" lvl="0" marL="14468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@insideryusha</a:t>
            </a:r>
            <a:endParaRPr/>
          </a:p>
          <a:p>
            <a:pPr indent="-144689" lvl="0" marL="14468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+7(912)661-74-37</a:t>
            </a:r>
            <a:endParaRPr/>
          </a:p>
          <a:p>
            <a:pPr indent="-144689" lvl="0" marL="14468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РХТУ им. Д.И. Менделеева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4" name="Google Shape;484;p51"/>
          <p:cNvSpPr txBox="1"/>
          <p:nvPr/>
        </p:nvSpPr>
        <p:spPr>
          <a:xfrm>
            <a:off x="6324583" y="3621968"/>
            <a:ext cx="1722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Игорь </a:t>
            </a:r>
            <a:endParaRPr b="1" sz="16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Юшков</a:t>
            </a:r>
            <a:endParaRPr/>
          </a:p>
        </p:txBody>
      </p:sp>
      <p:sp>
        <p:nvSpPr>
          <p:cNvPr id="485" name="Google Shape;485;p51"/>
          <p:cNvSpPr/>
          <p:nvPr/>
        </p:nvSpPr>
        <p:spPr>
          <a:xfrm>
            <a:off x="8457619" y="1521856"/>
            <a:ext cx="2192700" cy="4834500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51"/>
          <p:cNvSpPr txBox="1"/>
          <p:nvPr/>
        </p:nvSpPr>
        <p:spPr>
          <a:xfrm>
            <a:off x="8629903" y="4249878"/>
            <a:ext cx="18945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9" lvl="0" marL="14468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Бэкенд разработчик / CV </a:t>
            </a:r>
            <a:endParaRPr/>
          </a:p>
          <a:p>
            <a:pPr indent="-144689" lvl="0" marL="14468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@I_Tebralux_I</a:t>
            </a:r>
            <a:endParaRPr/>
          </a:p>
          <a:p>
            <a:pPr indent="-144689" lvl="0" marL="14468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+7(992)050-43-48</a:t>
            </a:r>
            <a:endParaRPr/>
          </a:p>
          <a:p>
            <a:pPr indent="-144689" lvl="0" marL="14468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РХТУ им. Д. И. Менделеева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51"/>
          <p:cNvSpPr txBox="1"/>
          <p:nvPr/>
        </p:nvSpPr>
        <p:spPr>
          <a:xfrm>
            <a:off x="8629902" y="3621968"/>
            <a:ext cx="1722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Карина Елфимова</a:t>
            </a:r>
            <a:endParaRPr/>
          </a:p>
        </p:txBody>
      </p:sp>
      <p:sp>
        <p:nvSpPr>
          <p:cNvPr id="488" name="Google Shape;488;p51"/>
          <p:cNvSpPr/>
          <p:nvPr/>
        </p:nvSpPr>
        <p:spPr>
          <a:xfrm>
            <a:off x="1541663" y="1521856"/>
            <a:ext cx="2192700" cy="4834500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51"/>
          <p:cNvSpPr/>
          <p:nvPr/>
        </p:nvSpPr>
        <p:spPr>
          <a:xfrm>
            <a:off x="346075" y="324562"/>
            <a:ext cx="3952800" cy="621000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51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491" name="Google Shape;491;p51" title="20250205_234717.jp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18802" r="18796" t="0"/>
          <a:stretch/>
        </p:blipFill>
        <p:spPr>
          <a:xfrm>
            <a:off x="1776985" y="1815904"/>
            <a:ext cx="1722598" cy="155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1" title="photo_2026-09-28_03-20-47.jpg"/>
          <p:cNvPicPr preferRelativeResize="0"/>
          <p:nvPr>
            <p:ph idx="3" type="pic"/>
          </p:nvPr>
        </p:nvPicPr>
        <p:blipFill rotWithShape="1">
          <a:blip r:embed="rId5">
            <a:alphaModFix/>
          </a:blip>
          <a:srcRect b="19331" l="-7484" r="-7484" t="3437"/>
          <a:stretch/>
        </p:blipFill>
        <p:spPr>
          <a:xfrm>
            <a:off x="4082055" y="1826404"/>
            <a:ext cx="1722601" cy="154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51" title="photo_2023-10-05_14-24-23.jpg"/>
          <p:cNvPicPr preferRelativeResize="0"/>
          <p:nvPr>
            <p:ph idx="4" type="pic"/>
          </p:nvPr>
        </p:nvPicPr>
        <p:blipFill rotWithShape="1">
          <a:blip r:embed="rId6">
            <a:alphaModFix/>
          </a:blip>
          <a:srcRect b="4727" l="0" r="0" t="4727"/>
          <a:stretch/>
        </p:blipFill>
        <p:spPr>
          <a:xfrm>
            <a:off x="6387372" y="1809088"/>
            <a:ext cx="1722600" cy="155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51" title="photo_2026-09-28_01-47-34.jpg"/>
          <p:cNvPicPr preferRelativeResize="0"/>
          <p:nvPr>
            <p:ph idx="5" type="pic"/>
          </p:nvPr>
        </p:nvPicPr>
        <p:blipFill rotWithShape="1">
          <a:blip r:embed="rId7">
            <a:alphaModFix/>
          </a:blip>
          <a:srcRect b="14190" l="-8850" r="-8838" t="5868"/>
          <a:stretch/>
        </p:blipFill>
        <p:spPr>
          <a:xfrm>
            <a:off x="8715796" y="1809088"/>
            <a:ext cx="1722601" cy="1559699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51"/>
          <p:cNvSpPr txBox="1"/>
          <p:nvPr>
            <p:ph type="title"/>
          </p:nvPr>
        </p:nvSpPr>
        <p:spPr>
          <a:xfrm>
            <a:off x="623909" y="446949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lang="ru-RU"/>
              <a:t>КОМАНДА “GORILLAZ”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51"/>
          <p:cNvSpPr txBox="1"/>
          <p:nvPr>
            <p:ph idx="1" type="body"/>
          </p:nvPr>
        </p:nvSpPr>
        <p:spPr>
          <a:xfrm>
            <a:off x="1641950" y="4249875"/>
            <a:ext cx="20187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9" lvl="0" marL="1446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Капитан, бэкенд-разработчик</a:t>
            </a:r>
            <a:endParaRPr/>
          </a:p>
          <a:p>
            <a:pPr indent="-144689" lvl="0" marL="1446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@mamaelyaaa</a:t>
            </a:r>
            <a:endParaRPr/>
          </a:p>
          <a:p>
            <a:pPr indent="-144689" lvl="0" marL="1446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+7(982)107-11-20</a:t>
            </a:r>
            <a:endParaRPr/>
          </a:p>
          <a:p>
            <a:pPr indent="-144689" lvl="0" marL="1446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РХТУ им. Д.И. Менделеева</a:t>
            </a:r>
            <a:endParaRPr/>
          </a:p>
        </p:txBody>
      </p:sp>
      <p:sp>
        <p:nvSpPr>
          <p:cNvPr id="497" name="Google Shape;497;p51"/>
          <p:cNvSpPr txBox="1"/>
          <p:nvPr/>
        </p:nvSpPr>
        <p:spPr>
          <a:xfrm>
            <a:off x="1713950" y="3621975"/>
            <a:ext cx="1785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ru-RU" sz="16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Егор Стариковский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2"/>
          <p:cNvSpPr/>
          <p:nvPr/>
        </p:nvSpPr>
        <p:spPr>
          <a:xfrm>
            <a:off x="346075" y="324562"/>
            <a:ext cx="3952800" cy="621000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52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05" name="Google Shape;505;p52"/>
          <p:cNvSpPr txBox="1"/>
          <p:nvPr>
            <p:ph type="title"/>
          </p:nvPr>
        </p:nvSpPr>
        <p:spPr>
          <a:xfrm>
            <a:off x="507849" y="449775"/>
            <a:ext cx="35763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lang="ru-RU"/>
              <a:t>КОМАНДА “GORILLAZ”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52"/>
          <p:cNvSpPr txBox="1"/>
          <p:nvPr>
            <p:ph idx="1" type="body"/>
          </p:nvPr>
        </p:nvSpPr>
        <p:spPr>
          <a:xfrm>
            <a:off x="533600" y="1602275"/>
            <a:ext cx="10922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Наша команда учится в одной группе в университете, мы часто делаем маленькие учебные проекты вместе,  командные курсовые работы и просто часто проводим время вместе. Несмотря на  общие интересы, у каждого выстроился свой вектор развития в той или иной отрасли IT, что помогает нам коллективно браться за большие проекты с четко разделенной ответственностью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7" name="Google Shape;507;p52"/>
          <p:cNvSpPr txBox="1"/>
          <p:nvPr/>
        </p:nvSpPr>
        <p:spPr>
          <a:xfrm>
            <a:off x="533607" y="1279645"/>
            <a:ext cx="299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lang="ru-RU" sz="14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Краткая история команды:</a:t>
            </a:r>
            <a:endParaRPr/>
          </a:p>
        </p:txBody>
      </p:sp>
      <p:sp>
        <p:nvSpPr>
          <p:cNvPr id="508" name="Google Shape;508;p52"/>
          <p:cNvSpPr txBox="1"/>
          <p:nvPr/>
        </p:nvSpPr>
        <p:spPr>
          <a:xfrm>
            <a:off x="533600" y="4864775"/>
            <a:ext cx="1048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Разработка требовала одновременно связать компьютерное зрение, обработку фотографий, календарный план и пользовательский интерфейс. Основная сложность была не только в распознавании техники, но и в превращении отдельных наблюдений в понятный план‑факт для руководителя строительства.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Была проделана большая работа по оптимизации CV-сервиса, прогрева модели, разделении нагрузки обработки фотографий; хранение и анализ через RabbitMQ, Minio, настройки CI-CD и множество других задач были решены и успешно протестированы.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9" name="Google Shape;509;p52"/>
          <p:cNvSpPr txBox="1"/>
          <p:nvPr/>
        </p:nvSpPr>
        <p:spPr>
          <a:xfrm>
            <a:off x="533600" y="4510775"/>
            <a:ext cx="915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lang="ru-RU" sz="14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С какими основными сложностями или вызовами вы столкнулись и как их преодолели?</a:t>
            </a:r>
            <a:endParaRPr/>
          </a:p>
        </p:txBody>
      </p:sp>
      <p:sp>
        <p:nvSpPr>
          <p:cNvPr id="510" name="Google Shape;510;p52"/>
          <p:cNvSpPr txBox="1"/>
          <p:nvPr/>
        </p:nvSpPr>
        <p:spPr>
          <a:xfrm>
            <a:off x="533600" y="3429000"/>
            <a:ext cx="104823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 улицах Москвы мы видели разные виды строительства, но никогда не могли заглянуть внутрь и понять, что там происходит, поэтому решили стать частью такой масштабной задачи.</a:t>
            </a:r>
            <a:endParaRPr/>
          </a:p>
        </p:txBody>
      </p:sp>
      <p:sp>
        <p:nvSpPr>
          <p:cNvPr id="511" name="Google Shape;511;p52"/>
          <p:cNvSpPr txBox="1"/>
          <p:nvPr/>
        </p:nvSpPr>
        <p:spPr>
          <a:xfrm>
            <a:off x="533607" y="2900091"/>
            <a:ext cx="56298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lang="ru-RU" sz="14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Почему вы выбрали именно эту задачу </a:t>
            </a:r>
            <a:br>
              <a:rPr b="1" lang="ru-RU" sz="14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ru-RU" sz="14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из предложенных на хакатоне?</a:t>
            </a:r>
            <a:endParaRPr/>
          </a:p>
        </p:txBody>
      </p:sp>
      <p:cxnSp>
        <p:nvCxnSpPr>
          <p:cNvPr id="512" name="Google Shape;512;p52"/>
          <p:cNvCxnSpPr/>
          <p:nvPr/>
        </p:nvCxnSpPr>
        <p:spPr>
          <a:xfrm>
            <a:off x="623888" y="2745691"/>
            <a:ext cx="11233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13" name="Google Shape;513;p52"/>
          <p:cNvCxnSpPr/>
          <p:nvPr/>
        </p:nvCxnSpPr>
        <p:spPr>
          <a:xfrm>
            <a:off x="623888" y="4407066"/>
            <a:ext cx="11233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14" name="Google Shape;514;p52"/>
          <p:cNvCxnSpPr/>
          <p:nvPr/>
        </p:nvCxnSpPr>
        <p:spPr>
          <a:xfrm>
            <a:off x="623888" y="1110074"/>
            <a:ext cx="11233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15" name="Google Shape;515;p52"/>
          <p:cNvSpPr txBox="1"/>
          <p:nvPr/>
        </p:nvSpPr>
        <p:spPr>
          <a:xfrm>
            <a:off x="11015788" y="1279645"/>
            <a:ext cx="9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lang="ru-RU" sz="14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516" name="Google Shape;516;p52"/>
          <p:cNvSpPr txBox="1"/>
          <p:nvPr/>
        </p:nvSpPr>
        <p:spPr>
          <a:xfrm>
            <a:off x="11015788" y="2900091"/>
            <a:ext cx="9306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lang="ru-RU" sz="14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517" name="Google Shape;517;p52"/>
          <p:cNvSpPr txBox="1"/>
          <p:nvPr/>
        </p:nvSpPr>
        <p:spPr>
          <a:xfrm>
            <a:off x="11015788" y="4571473"/>
            <a:ext cx="9306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lang="ru-RU" sz="14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  <p:sp>
        <p:nvSpPr>
          <p:cNvPr id="518" name="Google Shape;518;p52"/>
          <p:cNvSpPr/>
          <p:nvPr/>
        </p:nvSpPr>
        <p:spPr>
          <a:xfrm>
            <a:off x="346075" y="324562"/>
            <a:ext cx="3952800" cy="621000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52"/>
          <p:cNvSpPr txBox="1"/>
          <p:nvPr>
            <p:ph type="title"/>
          </p:nvPr>
        </p:nvSpPr>
        <p:spPr>
          <a:xfrm>
            <a:off x="623906" y="446950"/>
            <a:ext cx="36750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lang="ru-RU"/>
              <a:t>КОМАНДА “GORILLAZ”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3"/>
          <p:cNvSpPr/>
          <p:nvPr/>
        </p:nvSpPr>
        <p:spPr>
          <a:xfrm>
            <a:off x="346075" y="324562"/>
            <a:ext cx="3750900" cy="621000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5" name="Google Shape;525;p53"/>
          <p:cNvSpPr/>
          <p:nvPr/>
        </p:nvSpPr>
        <p:spPr>
          <a:xfrm>
            <a:off x="6230774" y="1211284"/>
            <a:ext cx="5440200" cy="4989600"/>
          </a:xfrm>
          <a:prstGeom prst="roundRect">
            <a:avLst>
              <a:gd fmla="val 386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p53"/>
          <p:cNvSpPr/>
          <p:nvPr/>
        </p:nvSpPr>
        <p:spPr>
          <a:xfrm>
            <a:off x="346076" y="1211284"/>
            <a:ext cx="5440200" cy="4989600"/>
          </a:xfrm>
          <a:prstGeom prst="roundRect">
            <a:avLst>
              <a:gd fmla="val 340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p53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28" name="Google Shape;528;p53"/>
          <p:cNvSpPr txBox="1"/>
          <p:nvPr>
            <p:ph idx="2" type="body"/>
          </p:nvPr>
        </p:nvSpPr>
        <p:spPr>
          <a:xfrm>
            <a:off x="589493" y="1920927"/>
            <a:ext cx="4929900" cy="3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5600">
                <a:solidFill>
                  <a:schemeClr val="dk1"/>
                </a:solidFill>
              </a:rPr>
              <a:t>Надёжное и быстрое CV</a:t>
            </a:r>
            <a:r>
              <a:rPr lang="ru-RU" sz="5600">
                <a:solidFill>
                  <a:schemeClr val="dk1"/>
                </a:solidFill>
              </a:rPr>
              <a:t> - YOLO распознаёт строительную технику на снимках, а прогрев модели и кэширование ускоряют повторную обработку.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5600">
                <a:solidFill>
                  <a:schemeClr val="dk1"/>
                </a:solidFill>
              </a:rPr>
              <a:t>Асинхронная обработка снимков</a:t>
            </a:r>
            <a:r>
              <a:rPr lang="ru-RU" sz="5600">
                <a:solidFill>
                  <a:schemeClr val="dk1"/>
                </a:solidFill>
              </a:rPr>
              <a:t> - загрузка, хранение и анализ разделены через очередь и фоновые воркеры, поэтому интерфейс не блокируется.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5600">
                <a:solidFill>
                  <a:schemeClr val="dk1"/>
                </a:solidFill>
              </a:rPr>
              <a:t>План‑факт и отклонения</a:t>
            </a:r>
            <a:r>
              <a:rPr lang="ru-RU" sz="5600">
                <a:solidFill>
                  <a:schemeClr val="dk1"/>
                </a:solidFill>
              </a:rPr>
              <a:t> - результаты детекций сопоставляются с календарным планом и показывают текущий этап, отставание, нехватку или незапланированную технику.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5600">
                <a:solidFill>
                  <a:schemeClr val="dk1"/>
                </a:solidFill>
              </a:rPr>
              <a:t>Доказательная аналитика</a:t>
            </a:r>
            <a:r>
              <a:rPr lang="ru-RU" sz="5600">
                <a:solidFill>
                  <a:schemeClr val="dk1"/>
                </a:solidFill>
              </a:rPr>
              <a:t> - каждый вывод связан с исходной фотографией, поэтому руководитель может проверить причину отклонения.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29" name="Google Shape;529;p53"/>
          <p:cNvSpPr txBox="1"/>
          <p:nvPr>
            <p:ph idx="6" type="body"/>
          </p:nvPr>
        </p:nvSpPr>
        <p:spPr>
          <a:xfrm>
            <a:off x="6472275" y="1986225"/>
            <a:ext cx="4957200" cy="1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446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</a:rPr>
              <a:t>Наш проект </a:t>
            </a:r>
            <a:r>
              <a:rPr b="1" lang="ru-RU" sz="1400">
                <a:solidFill>
                  <a:schemeClr val="dk1"/>
                </a:solidFill>
              </a:rPr>
              <a:t>BuildWatch </a:t>
            </a:r>
            <a:r>
              <a:rPr lang="ru-RU" sz="1400">
                <a:solidFill>
                  <a:schemeClr val="dk1"/>
                </a:solidFill>
              </a:rPr>
              <a:t>в дальнейшем можно интегрировать с сервисом “Градостроительного комплекса Москвы” (</a:t>
            </a:r>
            <a:r>
              <a:rPr lang="ru-RU" sz="1400" u="sng">
                <a:solidFill>
                  <a:schemeClr val="hlink"/>
                </a:solidFill>
                <a:hlinkClick r:id="rId4"/>
              </a:rPr>
              <a:t>https://stroi.mos.ru</a:t>
            </a:r>
            <a:r>
              <a:rPr lang="ru-RU" sz="1400">
                <a:solidFill>
                  <a:schemeClr val="dk1"/>
                </a:solidFill>
              </a:rPr>
              <a:t>) для отслеживания хода строительства руководителями и иными заинтересованными лицами с целью контроля этапов без ручного слежения и траты времени.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30" name="Google Shape;530;p53"/>
          <p:cNvSpPr txBox="1"/>
          <p:nvPr>
            <p:ph type="title"/>
          </p:nvPr>
        </p:nvSpPr>
        <p:spPr>
          <a:xfrm>
            <a:off x="525820" y="456850"/>
            <a:ext cx="33240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531" name="Google Shape;531;p53"/>
          <p:cNvSpPr txBox="1"/>
          <p:nvPr>
            <p:ph idx="16" type="body"/>
          </p:nvPr>
        </p:nvSpPr>
        <p:spPr>
          <a:xfrm>
            <a:off x="578075" y="1476577"/>
            <a:ext cx="49299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ru-RU" sz="2000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532" name="Google Shape;532;p53"/>
          <p:cNvSpPr txBox="1"/>
          <p:nvPr>
            <p:ph idx="18" type="body"/>
          </p:nvPr>
        </p:nvSpPr>
        <p:spPr>
          <a:xfrm>
            <a:off x="6513525" y="1476577"/>
            <a:ext cx="52146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ru-RU" sz="2000">
                <a:solidFill>
                  <a:schemeClr val="accent5"/>
                </a:solidFill>
              </a:rPr>
              <a:t>Маркетинговая суть решения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533" name="Google Shape;533;p53"/>
          <p:cNvSpPr txBox="1"/>
          <p:nvPr/>
        </p:nvSpPr>
        <p:spPr>
          <a:xfrm>
            <a:off x="6527800" y="3581325"/>
            <a:ext cx="4929900" cy="21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Продуктовая часть</a:t>
            </a:r>
            <a:endParaRPr b="1" sz="20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Руководитель видит предполагаемый фактический этап, отклонение от графика и возможные причины проблемы. Каждый аналитический вывод можно проверить по связанным фотографиям и рамкам обнаруженной техники.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52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4"/>
          <p:cNvSpPr/>
          <p:nvPr/>
        </p:nvSpPr>
        <p:spPr>
          <a:xfrm>
            <a:off x="8059021" y="4869815"/>
            <a:ext cx="2836200" cy="1581300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p54"/>
          <p:cNvSpPr/>
          <p:nvPr/>
        </p:nvSpPr>
        <p:spPr>
          <a:xfrm>
            <a:off x="3582191" y="4903863"/>
            <a:ext cx="2836200" cy="1581300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0" name="Google Shape;540;p54"/>
          <p:cNvSpPr/>
          <p:nvPr/>
        </p:nvSpPr>
        <p:spPr>
          <a:xfrm>
            <a:off x="5750675" y="1449125"/>
            <a:ext cx="2911200" cy="1581300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1" name="Google Shape;541;p54"/>
          <p:cNvSpPr/>
          <p:nvPr/>
        </p:nvSpPr>
        <p:spPr>
          <a:xfrm>
            <a:off x="1296792" y="1449176"/>
            <a:ext cx="2836200" cy="1581300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2" name="Google Shape;542;p54"/>
          <p:cNvSpPr/>
          <p:nvPr/>
        </p:nvSpPr>
        <p:spPr>
          <a:xfrm>
            <a:off x="346075" y="324550"/>
            <a:ext cx="4240200" cy="621000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p54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44" name="Google Shape;544;p54"/>
          <p:cNvSpPr/>
          <p:nvPr>
            <p:ph idx="1" type="body"/>
          </p:nvPr>
        </p:nvSpPr>
        <p:spPr>
          <a:xfrm>
            <a:off x="1456400" y="1588800"/>
            <a:ext cx="2526000" cy="365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089" lvl="0" marL="1446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ru-RU">
                <a:solidFill>
                  <a:schemeClr val="accent5"/>
                </a:solidFill>
              </a:rPr>
              <a:t>Календарный план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45" name="Google Shape;545;p54"/>
          <p:cNvSpPr txBox="1"/>
          <p:nvPr>
            <p:ph idx="2" type="body"/>
          </p:nvPr>
        </p:nvSpPr>
        <p:spPr>
          <a:xfrm>
            <a:off x="1456400" y="1953900"/>
            <a:ext cx="25260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5789" lvl="0" marL="1446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Пользователь задаёт этапы строительства, сроки и необходимый для каждого этапа состав техники.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6" name="Google Shape;546;p54"/>
          <p:cNvSpPr/>
          <p:nvPr>
            <p:ph idx="3" type="body"/>
          </p:nvPr>
        </p:nvSpPr>
        <p:spPr>
          <a:xfrm>
            <a:off x="5679475" y="1588800"/>
            <a:ext cx="3059100" cy="365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089" lvl="0" marL="1446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ru-RU">
                <a:solidFill>
                  <a:schemeClr val="accent5"/>
                </a:solidFill>
              </a:rPr>
              <a:t>Распознавание техники 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47" name="Google Shape;547;p54"/>
          <p:cNvSpPr txBox="1"/>
          <p:nvPr>
            <p:ph idx="4" type="body"/>
          </p:nvPr>
        </p:nvSpPr>
        <p:spPr>
          <a:xfrm>
            <a:off x="5946025" y="1925524"/>
            <a:ext cx="25260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5789" lvl="0" marL="1446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CV-модель определяет классы техники, количество объектов и уверенность каждой детекции.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8" name="Google Shape;548;p54"/>
          <p:cNvSpPr/>
          <p:nvPr>
            <p:ph idx="7" type="body"/>
          </p:nvPr>
        </p:nvSpPr>
        <p:spPr>
          <a:xfrm>
            <a:off x="3582200" y="5039063"/>
            <a:ext cx="2836200" cy="365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43089" lvl="0" marL="1446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lang="ru-RU">
                <a:solidFill>
                  <a:schemeClr val="accent5"/>
                </a:solidFill>
              </a:rPr>
              <a:t>Фотографии площадки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49" name="Google Shape;549;p54"/>
          <p:cNvSpPr txBox="1"/>
          <p:nvPr>
            <p:ph idx="8" type="body"/>
          </p:nvPr>
        </p:nvSpPr>
        <p:spPr>
          <a:xfrm>
            <a:off x="3703825" y="5404174"/>
            <a:ext cx="25260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5789" lvl="0" marL="1446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Снимки загружаются в журнал наблюдений и сохраняются вместе с датой, объектом и источником.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0" name="Google Shape;550;p54"/>
          <p:cNvSpPr/>
          <p:nvPr>
            <p:ph idx="9" type="body"/>
          </p:nvPr>
        </p:nvSpPr>
        <p:spPr>
          <a:xfrm>
            <a:off x="8214125" y="4979315"/>
            <a:ext cx="2526000" cy="299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3089" lvl="0" marL="1446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ru-RU">
                <a:solidFill>
                  <a:schemeClr val="accent5"/>
                </a:solidFill>
              </a:rPr>
              <a:t>План-факт 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51" name="Google Shape;551;p54"/>
          <p:cNvSpPr txBox="1"/>
          <p:nvPr>
            <p:ph idx="13" type="body"/>
          </p:nvPr>
        </p:nvSpPr>
        <p:spPr>
          <a:xfrm>
            <a:off x="8190725" y="5259875"/>
            <a:ext cx="2526000" cy="11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5789" lvl="0" marL="1446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Аналитический модуль определяет наиболее вероятный этап, и рассчитывает отклонения . 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552" name="Google Shape;552;p54"/>
          <p:cNvCxnSpPr/>
          <p:nvPr/>
        </p:nvCxnSpPr>
        <p:spPr>
          <a:xfrm>
            <a:off x="3176253" y="3938749"/>
            <a:ext cx="13326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53" name="Google Shape;553;p54"/>
          <p:cNvCxnSpPr/>
          <p:nvPr/>
        </p:nvCxnSpPr>
        <p:spPr>
          <a:xfrm>
            <a:off x="5422450" y="3940664"/>
            <a:ext cx="13326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54" name="Google Shape;554;p54"/>
          <p:cNvCxnSpPr/>
          <p:nvPr/>
        </p:nvCxnSpPr>
        <p:spPr>
          <a:xfrm>
            <a:off x="7668647" y="3940664"/>
            <a:ext cx="13326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55" name="Google Shape;555;p54"/>
          <p:cNvCxnSpPr/>
          <p:nvPr/>
        </p:nvCxnSpPr>
        <p:spPr>
          <a:xfrm>
            <a:off x="2719427" y="3013287"/>
            <a:ext cx="0" cy="5733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56" name="Google Shape;556;p54"/>
          <p:cNvCxnSpPr/>
          <p:nvPr/>
        </p:nvCxnSpPr>
        <p:spPr>
          <a:xfrm>
            <a:off x="4965625" y="4294753"/>
            <a:ext cx="1200" cy="575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57" name="Google Shape;557;p54"/>
          <p:cNvCxnSpPr/>
          <p:nvPr/>
        </p:nvCxnSpPr>
        <p:spPr>
          <a:xfrm>
            <a:off x="7206313" y="3013287"/>
            <a:ext cx="5400" cy="5733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58" name="Google Shape;558;p54"/>
          <p:cNvCxnSpPr/>
          <p:nvPr/>
        </p:nvCxnSpPr>
        <p:spPr>
          <a:xfrm flipH="1">
            <a:off x="9453819" y="4294753"/>
            <a:ext cx="4200" cy="575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59" name="Google Shape;559;p54"/>
          <p:cNvSpPr/>
          <p:nvPr/>
        </p:nvSpPr>
        <p:spPr>
          <a:xfrm>
            <a:off x="2301439" y="3586574"/>
            <a:ext cx="874800" cy="7083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560" name="Google Shape;560;p54"/>
          <p:cNvSpPr/>
          <p:nvPr/>
        </p:nvSpPr>
        <p:spPr>
          <a:xfrm>
            <a:off x="4522710" y="3584661"/>
            <a:ext cx="874800" cy="7083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561" name="Google Shape;561;p54"/>
          <p:cNvSpPr/>
          <p:nvPr/>
        </p:nvSpPr>
        <p:spPr>
          <a:xfrm>
            <a:off x="6768907" y="3594780"/>
            <a:ext cx="874800" cy="7083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  <p:sp>
        <p:nvSpPr>
          <p:cNvPr id="562" name="Google Shape;562;p54"/>
          <p:cNvSpPr/>
          <p:nvPr/>
        </p:nvSpPr>
        <p:spPr>
          <a:xfrm>
            <a:off x="9000065" y="3584660"/>
            <a:ext cx="874800" cy="7083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/>
          </a:p>
        </p:txBody>
      </p:sp>
      <p:sp>
        <p:nvSpPr>
          <p:cNvPr id="563" name="Google Shape;563;p54"/>
          <p:cNvSpPr txBox="1"/>
          <p:nvPr>
            <p:ph type="title"/>
          </p:nvPr>
        </p:nvSpPr>
        <p:spPr>
          <a:xfrm>
            <a:off x="486567" y="438351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lang="ru-RU"/>
              <a:t>КАК РАБОТАЕТ СИСТЕМА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5"/>
          <p:cNvSpPr/>
          <p:nvPr/>
        </p:nvSpPr>
        <p:spPr>
          <a:xfrm>
            <a:off x="325170" y="1304256"/>
            <a:ext cx="11541600" cy="5052000"/>
          </a:xfrm>
          <a:prstGeom prst="roundRect">
            <a:avLst>
              <a:gd fmla="val 692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9" name="Google Shape;569;p55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70" name="Google Shape;570;p55"/>
          <p:cNvSpPr txBox="1"/>
          <p:nvPr>
            <p:ph type="title"/>
          </p:nvPr>
        </p:nvSpPr>
        <p:spPr>
          <a:xfrm>
            <a:off x="533104" y="414049"/>
            <a:ext cx="59946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Montserrat"/>
              <a:buNone/>
            </a:pPr>
            <a:r>
              <a:rPr lang="ru-RU" sz="3600">
                <a:solidFill>
                  <a:schemeClr val="lt1"/>
                </a:solidFill>
              </a:rPr>
              <a:t>Архитектура решения</a:t>
            </a:r>
            <a:endParaRPr sz="3600">
              <a:solidFill>
                <a:schemeClr val="lt1"/>
              </a:solidFill>
            </a:endParaRPr>
          </a:p>
        </p:txBody>
      </p:sp>
      <p:pic>
        <p:nvPicPr>
          <p:cNvPr id="571" name="Google Shape;57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4675" y="1576525"/>
            <a:ext cx="9026248" cy="450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6"/>
          <p:cNvSpPr/>
          <p:nvPr/>
        </p:nvSpPr>
        <p:spPr>
          <a:xfrm>
            <a:off x="346075" y="324550"/>
            <a:ext cx="5354700" cy="621000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7" name="Google Shape;577;p56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78" name="Google Shape;578;p56"/>
          <p:cNvSpPr txBox="1"/>
          <p:nvPr>
            <p:ph type="title"/>
          </p:nvPr>
        </p:nvSpPr>
        <p:spPr>
          <a:xfrm>
            <a:off x="435925" y="461650"/>
            <a:ext cx="5324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lang="ru-RU"/>
              <a:t>ИНТЕРФЕЙС ПРОДУКТА. ПЛАН</a:t>
            </a:r>
            <a:endParaRPr/>
          </a:p>
        </p:txBody>
      </p:sp>
      <p:pic>
        <p:nvPicPr>
          <p:cNvPr id="579" name="Google Shape;579;p56" title="photo_2026-09-27_22-47-04.jpg"/>
          <p:cNvPicPr preferRelativeResize="0"/>
          <p:nvPr/>
        </p:nvPicPr>
        <p:blipFill rotWithShape="1">
          <a:blip r:embed="rId4">
            <a:alphaModFix/>
          </a:blip>
          <a:srcRect b="0" l="2759" r="2768" t="0"/>
          <a:stretch/>
        </p:blipFill>
        <p:spPr>
          <a:xfrm>
            <a:off x="346067" y="1318725"/>
            <a:ext cx="9072883" cy="4749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0775" y="1318725"/>
            <a:ext cx="2172103" cy="4749175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/>
          <p:cNvSpPr txBox="1"/>
          <p:nvPr/>
        </p:nvSpPr>
        <p:spPr>
          <a:xfrm>
            <a:off x="9680500" y="1445500"/>
            <a:ext cx="183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3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Этапы и сроки</a:t>
            </a:r>
            <a:endParaRPr b="1" sz="13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2" name="Google Shape;582;p56"/>
          <p:cNvSpPr txBox="1"/>
          <p:nvPr/>
        </p:nvSpPr>
        <p:spPr>
          <a:xfrm>
            <a:off x="9680500" y="2818900"/>
            <a:ext cx="18321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52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Ресурсы</a:t>
            </a:r>
            <a:endParaRPr b="1" sz="1452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3" name="Google Shape;583;p56"/>
          <p:cNvSpPr txBox="1"/>
          <p:nvPr/>
        </p:nvSpPr>
        <p:spPr>
          <a:xfrm>
            <a:off x="9680425" y="4262000"/>
            <a:ext cx="18918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52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Отклонения</a:t>
            </a:r>
            <a:endParaRPr b="1" sz="1452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56"/>
          <p:cNvSpPr txBox="1"/>
          <p:nvPr/>
        </p:nvSpPr>
        <p:spPr>
          <a:xfrm>
            <a:off x="9680425" y="1790150"/>
            <a:ext cx="18918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Диаграмма показывает плановые интервалы работ и фактическое выполнение</a:t>
            </a:r>
            <a:endParaRPr sz="120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5" name="Google Shape;585;p56"/>
          <p:cNvSpPr txBox="1"/>
          <p:nvPr/>
        </p:nvSpPr>
        <p:spPr>
          <a:xfrm>
            <a:off x="9680425" y="3153800"/>
            <a:ext cx="1891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Для каждого этапа задается необходимый состав и количество техники</a:t>
            </a:r>
            <a:endParaRPr sz="120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6" name="Google Shape;586;p56"/>
          <p:cNvSpPr txBox="1"/>
          <p:nvPr/>
        </p:nvSpPr>
        <p:spPr>
          <a:xfrm>
            <a:off x="9710275" y="4670300"/>
            <a:ext cx="183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Цветовые метки показывают опережение отставание и текущий прогресс</a:t>
            </a:r>
            <a:endParaRPr sz="120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7"/>
          <p:cNvSpPr/>
          <p:nvPr/>
        </p:nvSpPr>
        <p:spPr>
          <a:xfrm>
            <a:off x="346075" y="324550"/>
            <a:ext cx="5354700" cy="621000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2" name="Google Shape;592;p57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593" name="Google Shape;593;p57"/>
          <p:cNvSpPr txBox="1"/>
          <p:nvPr>
            <p:ph type="title"/>
          </p:nvPr>
        </p:nvSpPr>
        <p:spPr>
          <a:xfrm>
            <a:off x="435925" y="461650"/>
            <a:ext cx="5324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lang="ru-RU"/>
              <a:t>ИНТЕРФЕЙС ПРОДУКТА. ДЕТЕКЦИЯ</a:t>
            </a:r>
            <a:endParaRPr/>
          </a:p>
        </p:txBody>
      </p:sp>
      <p:pic>
        <p:nvPicPr>
          <p:cNvPr id="594" name="Google Shape;59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067" y="1318725"/>
            <a:ext cx="9072882" cy="47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0775" y="1318725"/>
            <a:ext cx="2172103" cy="4749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57"/>
          <p:cNvSpPr txBox="1"/>
          <p:nvPr/>
        </p:nvSpPr>
        <p:spPr>
          <a:xfrm>
            <a:off x="9779500" y="1445500"/>
            <a:ext cx="1712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3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Детекция</a:t>
            </a:r>
            <a:endParaRPr b="1" sz="13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7" name="Google Shape;597;p57"/>
          <p:cNvSpPr txBox="1"/>
          <p:nvPr/>
        </p:nvSpPr>
        <p:spPr>
          <a:xfrm>
            <a:off x="9779500" y="2879500"/>
            <a:ext cx="173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52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Состав техники</a:t>
            </a:r>
            <a:endParaRPr b="1" sz="1452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8" name="Google Shape;598;p57"/>
          <p:cNvSpPr txBox="1"/>
          <p:nvPr/>
        </p:nvSpPr>
        <p:spPr>
          <a:xfrm>
            <a:off x="9779500" y="4039950"/>
            <a:ext cx="17331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52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Проверка результата</a:t>
            </a:r>
            <a:endParaRPr b="1" sz="1452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9" name="Google Shape;599;p57"/>
          <p:cNvSpPr txBox="1"/>
          <p:nvPr/>
        </p:nvSpPr>
        <p:spPr>
          <a:xfrm>
            <a:off x="9779500" y="1810600"/>
            <a:ext cx="1662900" cy="10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Цветные рамки показывают найденную технику на исходном снимке</a:t>
            </a:r>
            <a:endParaRPr sz="120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0" name="Google Shape;600;p57"/>
          <p:cNvSpPr txBox="1"/>
          <p:nvPr/>
        </p:nvSpPr>
        <p:spPr>
          <a:xfrm>
            <a:off x="9774250" y="4615050"/>
            <a:ext cx="1733100" cy="10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Пользователь меняет порог уверенности и проверяет вывод модели</a:t>
            </a:r>
            <a:endParaRPr sz="120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1" name="Google Shape;601;p57"/>
          <p:cNvSpPr txBox="1"/>
          <p:nvPr/>
        </p:nvSpPr>
        <p:spPr>
          <a:xfrm>
            <a:off x="9779500" y="3244600"/>
            <a:ext cx="17331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2D1451"/>
                </a:solidFill>
                <a:latin typeface="Montserrat"/>
                <a:ea typeface="Montserrat"/>
                <a:cs typeface="Montserrat"/>
                <a:sym typeface="Montserrat"/>
              </a:rPr>
              <a:t>Справа указаны классы объектов и их количество</a:t>
            </a:r>
            <a:endParaRPr sz="120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8"/>
          <p:cNvSpPr/>
          <p:nvPr/>
        </p:nvSpPr>
        <p:spPr>
          <a:xfrm>
            <a:off x="346075" y="324550"/>
            <a:ext cx="5838000" cy="621000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7" name="Google Shape;607;p58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608" name="Google Shape;608;p58"/>
          <p:cNvSpPr txBox="1"/>
          <p:nvPr>
            <p:ph type="title"/>
          </p:nvPr>
        </p:nvSpPr>
        <p:spPr>
          <a:xfrm>
            <a:off x="435925" y="461650"/>
            <a:ext cx="58380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lang="ru-RU"/>
              <a:t>ИНТЕРФЕЙС ПРОДУКТА. МОНИТОРИНГ</a:t>
            </a:r>
            <a:endParaRPr/>
          </a:p>
        </p:txBody>
      </p:sp>
      <p:pic>
        <p:nvPicPr>
          <p:cNvPr id="609" name="Google Shape;60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0775" y="1318725"/>
            <a:ext cx="2172103" cy="4749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58"/>
          <p:cNvSpPr txBox="1"/>
          <p:nvPr/>
        </p:nvSpPr>
        <p:spPr>
          <a:xfrm>
            <a:off x="9680500" y="1445500"/>
            <a:ext cx="193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3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Фактический этап</a:t>
            </a:r>
            <a:endParaRPr b="1" sz="13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1" name="Google Shape;611;p58"/>
          <p:cNvSpPr txBox="1"/>
          <p:nvPr/>
        </p:nvSpPr>
        <p:spPr>
          <a:xfrm>
            <a:off x="9680500" y="2848538"/>
            <a:ext cx="17331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52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Сроки и отклонения</a:t>
            </a:r>
            <a:endParaRPr b="1" sz="1452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2" name="Google Shape;612;p58"/>
          <p:cNvSpPr txBox="1"/>
          <p:nvPr/>
        </p:nvSpPr>
        <p:spPr>
          <a:xfrm>
            <a:off x="9680500" y="4507475"/>
            <a:ext cx="1811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52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Качество данных</a:t>
            </a:r>
            <a:endParaRPr b="1" sz="1452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58"/>
          <p:cNvSpPr txBox="1"/>
          <p:nvPr/>
        </p:nvSpPr>
        <p:spPr>
          <a:xfrm>
            <a:off x="9701200" y="1810600"/>
            <a:ext cx="1811400" cy="10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показывает текущий этап и уровень соответствия плану</a:t>
            </a:r>
            <a:endParaRPr sz="120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4" name="Google Shape;614;p58"/>
          <p:cNvSpPr txBox="1"/>
          <p:nvPr/>
        </p:nvSpPr>
        <p:spPr>
          <a:xfrm>
            <a:off x="9680500" y="3420288"/>
            <a:ext cx="18114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Руководитель видит отставание и количество выявленных отклонений </a:t>
            </a:r>
            <a:endParaRPr sz="120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5" name="Google Shape;615;p58"/>
          <p:cNvSpPr txBox="1"/>
          <p:nvPr/>
        </p:nvSpPr>
        <p:spPr>
          <a:xfrm>
            <a:off x="9680500" y="4811500"/>
            <a:ext cx="1811400" cy="12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показывает, достаточно ли снимков для надежного вывода</a:t>
            </a:r>
            <a:endParaRPr sz="120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6" name="Google Shape;616;p58" title="photo_2026-09-27_23-09-46.jpg"/>
          <p:cNvPicPr preferRelativeResize="0"/>
          <p:nvPr/>
        </p:nvPicPr>
        <p:blipFill rotWithShape="1">
          <a:blip r:embed="rId5">
            <a:alphaModFix/>
          </a:blip>
          <a:srcRect b="0" l="2687" r="2687" t="0"/>
          <a:stretch/>
        </p:blipFill>
        <p:spPr>
          <a:xfrm>
            <a:off x="346067" y="1318725"/>
            <a:ext cx="9072883" cy="47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9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23" name="Google Shape;623;p59"/>
          <p:cNvSpPr txBox="1"/>
          <p:nvPr/>
        </p:nvSpPr>
        <p:spPr>
          <a:xfrm>
            <a:off x="3924300" y="2869500"/>
            <a:ext cx="4343400" cy="1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52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 </a:t>
            </a:r>
            <a:endParaRPr sz="2252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52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С вами была команда Gorillaz</a:t>
            </a:r>
            <a:endParaRPr sz="2252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